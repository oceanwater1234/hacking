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sldIdLst>
    <p:sldId id="256" r:id="rId2"/>
    <p:sldId id="323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88" r:id="rId12"/>
    <p:sldId id="273" r:id="rId13"/>
    <p:sldId id="274" r:id="rId14"/>
    <p:sldId id="275" r:id="rId15"/>
    <p:sldId id="276" r:id="rId16"/>
    <p:sldId id="277" r:id="rId17"/>
    <p:sldId id="278" r:id="rId18"/>
    <p:sldId id="289" r:id="rId19"/>
    <p:sldId id="279" r:id="rId20"/>
    <p:sldId id="280" r:id="rId21"/>
    <p:sldId id="281" r:id="rId22"/>
    <p:sldId id="282" r:id="rId23"/>
    <p:sldId id="285" r:id="rId24"/>
    <p:sldId id="283" r:id="rId25"/>
    <p:sldId id="290" r:id="rId26"/>
    <p:sldId id="284" r:id="rId27"/>
    <p:sldId id="291" r:id="rId28"/>
    <p:sldId id="286" r:id="rId29"/>
    <p:sldId id="287" r:id="rId30"/>
    <p:sldId id="292" r:id="rId31"/>
    <p:sldId id="293" r:id="rId32"/>
    <p:sldId id="32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E45426C3-A483-4981-B83C-45B903EB53EB}">
          <p14:sldIdLst>
            <p14:sldId id="256"/>
            <p14:sldId id="323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88"/>
            <p14:sldId id="273"/>
            <p14:sldId id="274"/>
            <p14:sldId id="275"/>
            <p14:sldId id="276"/>
            <p14:sldId id="277"/>
            <p14:sldId id="278"/>
            <p14:sldId id="289"/>
            <p14:sldId id="279"/>
            <p14:sldId id="280"/>
            <p14:sldId id="281"/>
            <p14:sldId id="282"/>
            <p14:sldId id="285"/>
            <p14:sldId id="283"/>
            <p14:sldId id="290"/>
            <p14:sldId id="284"/>
            <p14:sldId id="291"/>
            <p14:sldId id="286"/>
            <p14:sldId id="287"/>
            <p14:sldId id="292"/>
            <p14:sldId id="293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057B73-C5AD-1D4F-8940-F22A067C01D6}" v="3" dt="2022-11-28T10:49:12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7" autoAdjust="0"/>
    <p:restoredTop sz="96327"/>
  </p:normalViewPr>
  <p:slideViewPr>
    <p:cSldViewPr snapToGrid="0">
      <p:cViewPr varScale="1">
        <p:scale>
          <a:sx n="128" d="100"/>
          <a:sy n="128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효민[ 학부재학 / 사이버국방학과 ]" userId="3929b77a-7aa2-4a96-a97d-3b5ce13f9d26" providerId="ADAL" clId="{F3057B73-C5AD-1D4F-8940-F22A067C01D6}"/>
    <pc:docChg chg="custSel modSld modMainMaster">
      <pc:chgData name="이효민[ 학부재학 / 사이버국방학과 ]" userId="3929b77a-7aa2-4a96-a97d-3b5ce13f9d26" providerId="ADAL" clId="{F3057B73-C5AD-1D4F-8940-F22A067C01D6}" dt="2022-11-28T10:49:12.374" v="3" actId="478"/>
      <pc:docMkLst>
        <pc:docMk/>
      </pc:docMkLst>
      <pc:sldChg chg="modSp mod">
        <pc:chgData name="이효민[ 학부재학 / 사이버국방학과 ]" userId="3929b77a-7aa2-4a96-a97d-3b5ce13f9d26" providerId="ADAL" clId="{F3057B73-C5AD-1D4F-8940-F22A067C01D6}" dt="2022-11-28T10:49:08.104" v="1" actId="27636"/>
        <pc:sldMkLst>
          <pc:docMk/>
          <pc:sldMk cId="3435154560" sldId="275"/>
        </pc:sldMkLst>
        <pc:spChg chg="mod">
          <ac:chgData name="이효민[ 학부재학 / 사이버국방학과 ]" userId="3929b77a-7aa2-4a96-a97d-3b5ce13f9d26" providerId="ADAL" clId="{F3057B73-C5AD-1D4F-8940-F22A067C01D6}" dt="2022-11-28T10:49:08.104" v="1" actId="27636"/>
          <ac:spMkLst>
            <pc:docMk/>
            <pc:sldMk cId="3435154560" sldId="275"/>
            <ac:spMk id="3" creationId="{C7FADBCA-3810-4D1D-A347-8687CACC21A0}"/>
          </ac:spMkLst>
        </pc:spChg>
      </pc:sldChg>
      <pc:sldMasterChg chg="delSp modSldLayout">
        <pc:chgData name="이효민[ 학부재학 / 사이버국방학과 ]" userId="3929b77a-7aa2-4a96-a97d-3b5ce13f9d26" providerId="ADAL" clId="{F3057B73-C5AD-1D4F-8940-F22A067C01D6}" dt="2022-11-28T10:49:12.374" v="3" actId="478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F3057B73-C5AD-1D4F-8940-F22A067C01D6}" dt="2022-11-28T10:49:10.228" v="2" actId="478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delSp">
          <pc:chgData name="이효민[ 학부재학 / 사이버국방학과 ]" userId="3929b77a-7aa2-4a96-a97d-3b5ce13f9d26" providerId="ADAL" clId="{F3057B73-C5AD-1D4F-8940-F22A067C01D6}" dt="2022-11-28T10:49:08.015" v="0" actId="478"/>
          <pc:sldLayoutMkLst>
            <pc:docMk/>
            <pc:sldMasterMk cId="3145777673" sldId="2147483672"/>
            <pc:sldLayoutMk cId="546768808" sldId="2147483673"/>
          </pc:sldLayoutMkLst>
          <pc:picChg chg="del">
            <ac:chgData name="이효민[ 학부재학 / 사이버국방학과 ]" userId="3929b77a-7aa2-4a96-a97d-3b5ce13f9d26" providerId="ADAL" clId="{F3057B73-C5AD-1D4F-8940-F22A067C01D6}" dt="2022-11-28T10:49:08.015" v="0" actId="478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</pc:sldLayoutChg>
        <pc:sldLayoutChg chg="delSp">
          <pc:chgData name="이효민[ 학부재학 / 사이버국방학과 ]" userId="3929b77a-7aa2-4a96-a97d-3b5ce13f9d26" providerId="ADAL" clId="{F3057B73-C5AD-1D4F-8940-F22A067C01D6}" dt="2022-11-28T10:49:12.374" v="3" actId="478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F3057B73-C5AD-1D4F-8940-F22A067C01D6}" dt="2022-11-28T10:49:12.374" v="3" actId="478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C51637DA-6AE0-49DB-8846-B0B68BB6DB08}"/>
    <pc:docChg chg="undo custSel addSld delSld modSld sldOrd modMainMaster modSection modShowInfo">
      <pc:chgData name="이효민[ 학부재학 / 사이버국방학과 ]" userId="3929b77a-7aa2-4a96-a97d-3b5ce13f9d26" providerId="ADAL" clId="{C51637DA-6AE0-49DB-8846-B0B68BB6DB08}" dt="2021-11-08T11:53:10.512" v="1156"/>
      <pc:docMkLst>
        <pc:docMk/>
      </pc:docMkLst>
      <pc:sldChg chg="modSp mod">
        <pc:chgData name="이효민[ 학부재학 / 사이버국방학과 ]" userId="3929b77a-7aa2-4a96-a97d-3b5ce13f9d26" providerId="ADAL" clId="{C51637DA-6AE0-49DB-8846-B0B68BB6DB08}" dt="2021-11-07T13:22:37.128" v="126" actId="20577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C51637DA-6AE0-49DB-8846-B0B68BB6DB08}" dt="2021-11-07T13:22:10.466" v="119" actId="20577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C51637DA-6AE0-49DB-8846-B0B68BB6DB08}" dt="2021-11-07T13:22:37.128" v="126" actId="20577"/>
          <ac:spMkLst>
            <pc:docMk/>
            <pc:sldMk cId="4271878798" sldId="256"/>
            <ac:spMk id="3" creationId="{22379862-334E-462A-BC01-BB5250028995}"/>
          </ac:spMkLst>
        </pc:spChg>
      </pc:sldChg>
      <pc:sldChg chg="del">
        <pc:chgData name="이효민[ 학부재학 / 사이버국방학과 ]" userId="3929b77a-7aa2-4a96-a97d-3b5ce13f9d26" providerId="ADAL" clId="{C51637DA-6AE0-49DB-8846-B0B68BB6DB08}" dt="2021-11-07T13:22:24.521" v="120" actId="47"/>
        <pc:sldMkLst>
          <pc:docMk/>
          <pc:sldMk cId="2597479544" sldId="25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268441739" sldId="25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233997469" sldId="25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905191823" sldId="26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288033808" sldId="261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814052635" sldId="26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098045552" sldId="263"/>
        </pc:sldMkLst>
      </pc:sldChg>
      <pc:sldChg chg="modSp mod ord">
        <pc:chgData name="이효민[ 학부재학 / 사이버국방학과 ]" userId="3929b77a-7aa2-4a96-a97d-3b5ce13f9d26" providerId="ADAL" clId="{C51637DA-6AE0-49DB-8846-B0B68BB6DB08}" dt="2021-11-07T14:24:54.496" v="498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C51637DA-6AE0-49DB-8846-B0B68BB6DB08}" dt="2021-11-07T14:24:54.496" v="498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318163772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684101697" sldId="266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045402370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398488887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7464433" sldId="268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97539278" sldId="26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848337476" sldId="270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21:22.134" v="414" actId="20577"/>
        <pc:sldMkLst>
          <pc:docMk/>
          <pc:sldMk cId="2956657893" sldId="271"/>
        </pc:sldMkLst>
        <pc:spChg chg="mod">
          <ac:chgData name="이효민[ 학부재학 / 사이버국방학과 ]" userId="3929b77a-7aa2-4a96-a97d-3b5ce13f9d26" providerId="ADAL" clId="{C51637DA-6AE0-49DB-8846-B0B68BB6DB08}" dt="2021-11-07T14:21:22.134" v="414" actId="20577"/>
          <ac:spMkLst>
            <pc:docMk/>
            <pc:sldMk cId="2956657893" sldId="271"/>
            <ac:spMk id="2" creationId="{510F4660-100E-4073-97C5-F80F50198544}"/>
          </ac:spMkLst>
        </pc:spChg>
        <pc:picChg chg="mod">
          <ac:chgData name="이효민[ 학부재학 / 사이버국방학과 ]" userId="3929b77a-7aa2-4a96-a97d-3b5ce13f9d26" providerId="ADAL" clId="{C51637DA-6AE0-49DB-8846-B0B68BB6DB08}" dt="2021-11-07T14:01:58.373" v="277" actId="1076"/>
          <ac:picMkLst>
            <pc:docMk/>
            <pc:sldMk cId="2956657893" sldId="271"/>
            <ac:picMk id="9" creationId="{8177479F-A63A-4DC3-9597-4B92C60D97EB}"/>
          </ac:picMkLst>
        </pc:picChg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92945585" sldId="27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05420141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11726360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562858279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846" v="279" actId="47"/>
        <pc:sldMkLst>
          <pc:docMk/>
          <pc:sldMk cId="2337990836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485" v="278" actId="47"/>
        <pc:sldMkLst>
          <pc:docMk/>
          <pc:sldMk cId="3113574588" sldId="27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195893911" sldId="27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28.001" v="158"/>
        <pc:sldMkLst>
          <pc:docMk/>
          <pc:sldMk cId="711119976" sldId="27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1.437" v="159"/>
        <pc:sldMkLst>
          <pc:docMk/>
          <pc:sldMk cId="3650578037" sldId="27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5.586" v="160"/>
        <pc:sldMkLst>
          <pc:docMk/>
          <pc:sldMk cId="1731767942" sldId="27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53.420" v="161"/>
        <pc:sldMkLst>
          <pc:docMk/>
          <pc:sldMk cId="428576480" sldId="27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505018846" sldId="28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71646766" sldId="28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46235029" sldId="28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38717978" sldId="28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929877" sldId="28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98235405" sldId="28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985595965" sldId="28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145237" sldId="28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879821062" sldId="28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993003946" sldId="28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24154356" sldId="29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272398856" sldId="29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406602799" sldId="29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66278660" sldId="29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60878423" sldId="29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75899499" sldId="29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96816349" sldId="29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57303942" sldId="29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040518841" sldId="29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93450419" sldId="30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82602585" sldId="301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3:26.484" v="291" actId="20577"/>
        <pc:sldMkLst>
          <pc:docMk/>
          <pc:sldMk cId="3044177403" sldId="302"/>
        </pc:sldMkLst>
        <pc:spChg chg="mod">
          <ac:chgData name="이효민[ 학부재학 / 사이버국방학과 ]" userId="3929b77a-7aa2-4a96-a97d-3b5ce13f9d26" providerId="ADAL" clId="{C51637DA-6AE0-49DB-8846-B0B68BB6DB08}" dt="2021-11-07T14:03:26.484" v="291" actId="20577"/>
          <ac:spMkLst>
            <pc:docMk/>
            <pc:sldMk cId="3044177403" sldId="302"/>
            <ac:spMk id="3" creationId="{13DA64C0-5266-4756-847C-790AC8CA68D5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591863186" sldId="30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735915025" sldId="30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240414345" sldId="30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60324094" sldId="30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37978872" sldId="30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07991251" sldId="30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82123724" sldId="30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3:32.960" v="292" actId="47"/>
        <pc:sldMkLst>
          <pc:docMk/>
          <pc:sldMk cId="2424403291" sldId="31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682925829" sldId="31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564423949" sldId="31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28712980" sldId="31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50555230" sldId="31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840296087" sldId="31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607939077" sldId="316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2:54.752" v="280" actId="20577"/>
        <pc:sldMkLst>
          <pc:docMk/>
          <pc:sldMk cId="2416698218" sldId="317"/>
        </pc:sldMkLst>
        <pc:spChg chg="mod">
          <ac:chgData name="이효민[ 학부재학 / 사이버국방학과 ]" userId="3929b77a-7aa2-4a96-a97d-3b5ce13f9d26" providerId="ADAL" clId="{C51637DA-6AE0-49DB-8846-B0B68BB6DB08}" dt="2021-11-07T14:02:54.752" v="280" actId="20577"/>
          <ac:spMkLst>
            <pc:docMk/>
            <pc:sldMk cId="2416698218" sldId="317"/>
            <ac:spMk id="3" creationId="{0FACA2A7-FA49-4095-9072-93FD8A69BF12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37838211" sldId="31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14188019" sldId="31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617413653" sldId="32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8947117" sldId="32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29.034" v="334"/>
        <pc:sldMkLst>
          <pc:docMk/>
          <pc:sldMk cId="2679956423" sldId="32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247097004" sldId="32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1579073654" sldId="32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2650239397" sldId="32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039382090" sldId="32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38.993" v="330"/>
        <pc:sldMkLst>
          <pc:docMk/>
          <pc:sldMk cId="168451364" sldId="32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25.009" v="329"/>
        <pc:sldMkLst>
          <pc:docMk/>
          <pc:sldMk cId="601295334" sldId="328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8T11:27:13.565" v="1064"/>
        <pc:sldMkLst>
          <pc:docMk/>
          <pc:sldMk cId="4141664827" sldId="329"/>
        </pc:sldMkLst>
        <pc:spChg chg="mod">
          <ac:chgData name="이효민[ 학부재학 / 사이버국방학과 ]" userId="3929b77a-7aa2-4a96-a97d-3b5ce13f9d26" providerId="ADAL" clId="{C51637DA-6AE0-49DB-8846-B0B68BB6DB08}" dt="2021-11-08T11:27:13.565" v="1064"/>
          <ac:spMkLst>
            <pc:docMk/>
            <pc:sldMk cId="4141664827" sldId="329"/>
            <ac:spMk id="3" creationId="{BC27760A-2346-463B-BBBD-90E3FB271BD7}"/>
          </ac:spMkLst>
        </pc:spChg>
      </pc:sldChg>
      <pc:sldChg chg="modSp add del mod">
        <pc:chgData name="이효민[ 학부재학 / 사이버국방학과 ]" userId="3929b77a-7aa2-4a96-a97d-3b5ce13f9d26" providerId="ADAL" clId="{C51637DA-6AE0-49DB-8846-B0B68BB6DB08}" dt="2021-11-07T14:08:18.548" v="327"/>
        <pc:sldMkLst>
          <pc:docMk/>
          <pc:sldMk cId="1902405254" sldId="330"/>
        </pc:sldMkLst>
        <pc:spChg chg="mod">
          <ac:chgData name="이효민[ 학부재학 / 사이버국방학과 ]" userId="3929b77a-7aa2-4a96-a97d-3b5ce13f9d26" providerId="ADAL" clId="{C51637DA-6AE0-49DB-8846-B0B68BB6DB08}" dt="2021-11-07T14:08:18.548" v="327"/>
          <ac:spMkLst>
            <pc:docMk/>
            <pc:sldMk cId="1902405254" sldId="330"/>
            <ac:spMk id="5" creationId="{40BF1B47-0E15-4AE6-B644-D5526DD8B158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3:54:16.976" v="153"/>
        <pc:sldMkLst>
          <pc:docMk/>
          <pc:sldMk cId="1283875618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59579555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879814390" sldId="332"/>
        </pc:sldMkLst>
      </pc:sldChg>
      <pc:sldChg chg="modSp add mod ord">
        <pc:chgData name="이효민[ 학부재학 / 사이버국방학과 ]" userId="3929b77a-7aa2-4a96-a97d-3b5ce13f9d26" providerId="ADAL" clId="{C51637DA-6AE0-49DB-8846-B0B68BB6DB08}" dt="2021-11-08T11:30:55.209" v="1066" actId="1076"/>
        <pc:sldMkLst>
          <pc:docMk/>
          <pc:sldMk cId="3417646756" sldId="333"/>
        </pc:sldMkLst>
        <pc:picChg chg="mod">
          <ac:chgData name="이효민[ 학부재학 / 사이버국방학과 ]" userId="3929b77a-7aa2-4a96-a97d-3b5ce13f9d26" providerId="ADAL" clId="{C51637DA-6AE0-49DB-8846-B0B68BB6DB08}" dt="2021-11-08T11:30:55.209" v="1066" actId="1076"/>
          <ac:picMkLst>
            <pc:docMk/>
            <pc:sldMk cId="3417646756" sldId="333"/>
            <ac:picMk id="6" creationId="{5EC27DAD-0ABB-42B9-8BB7-7D980C37CB39}"/>
          </ac:picMkLst>
        </pc:picChg>
      </pc:sldChg>
      <pc:sldChg chg="add ord">
        <pc:chgData name="이효민[ 학부재학 / 사이버국방학과 ]" userId="3929b77a-7aa2-4a96-a97d-3b5ce13f9d26" providerId="ADAL" clId="{C51637DA-6AE0-49DB-8846-B0B68BB6DB08}" dt="2021-11-07T14:17:48.722" v="338"/>
        <pc:sldMkLst>
          <pc:docMk/>
          <pc:sldMk cId="1509551197" sldId="33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2396147998" sldId="33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4065314893" sldId="33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7T14:20:32.384" v="394" actId="20577"/>
        <pc:sldMkLst>
          <pc:docMk/>
          <pc:sldMk cId="1994696824" sldId="337"/>
        </pc:sldMkLst>
        <pc:spChg chg="mod">
          <ac:chgData name="이효민[ 학부재학 / 사이버국방학과 ]" userId="3929b77a-7aa2-4a96-a97d-3b5ce13f9d26" providerId="ADAL" clId="{C51637DA-6AE0-49DB-8846-B0B68BB6DB08}" dt="2021-11-07T14:20:32.384" v="394" actId="20577"/>
          <ac:spMkLst>
            <pc:docMk/>
            <pc:sldMk cId="1994696824" sldId="337"/>
            <ac:spMk id="7" creationId="{6489A443-664F-4050-9643-CF6F254630F4}"/>
          </ac:spMkLst>
        </pc:spChg>
      </pc:sldChg>
      <pc:sldChg chg="modSp add mod">
        <pc:chgData name="이효민[ 학부재학 / 사이버국방학과 ]" userId="3929b77a-7aa2-4a96-a97d-3b5ce13f9d26" providerId="ADAL" clId="{C51637DA-6AE0-49DB-8846-B0B68BB6DB08}" dt="2021-11-07T14:20:59.206" v="399" actId="1076"/>
        <pc:sldMkLst>
          <pc:docMk/>
          <pc:sldMk cId="4271482761" sldId="338"/>
        </pc:sldMkLst>
        <pc:spChg chg="mod">
          <ac:chgData name="이효민[ 학부재학 / 사이버국방학과 ]" userId="3929b77a-7aa2-4a96-a97d-3b5ce13f9d26" providerId="ADAL" clId="{C51637DA-6AE0-49DB-8846-B0B68BB6DB08}" dt="2021-11-07T14:20:59.206" v="399" actId="1076"/>
          <ac:spMkLst>
            <pc:docMk/>
            <pc:sldMk cId="4271482761" sldId="338"/>
            <ac:spMk id="5" creationId="{D725F2E8-BF68-4E37-954D-C95F020753CC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1531992139" sldId="33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701517021" sldId="340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026576549" sldId="34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582896346" sldId="34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97469201" sldId="34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879546471" sldId="34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515118274" sldId="34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624952614" sldId="34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8T11:53:10.512" v="115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C51637DA-6AE0-49DB-8846-B0B68BB6DB08}" dt="2021-11-08T11:53:10.512" v="1156"/>
          <ac:spMkLst>
            <pc:docMk/>
            <pc:sldMk cId="3636908598" sldId="347"/>
            <ac:spMk id="3" creationId="{F1919A29-26C6-4D1E-A1C6-6211B17B5114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C51637DA-6AE0-49DB-8846-B0B68BB6DB08}" dt="2021-11-07T13:17:10.265" v="49"/>
        <pc:sldMasterMkLst>
          <pc:docMk/>
          <pc:sldMasterMk cId="3145777673" sldId="2147483672"/>
        </pc:sldMasterMkLst>
        <pc:spChg chg="del">
          <ac:chgData name="이효민[ 학부재학 / 사이버국방학과 ]" userId="3929b77a-7aa2-4a96-a97d-3b5ce13f9d26" providerId="ADAL" clId="{C51637DA-6AE0-49DB-8846-B0B68BB6DB08}" dt="2021-11-07T13:15:28.049" v="25" actId="478"/>
          <ac:spMkLst>
            <pc:docMk/>
            <pc:sldMasterMk cId="3145777673" sldId="2147483672"/>
            <ac:spMk id="12" creationId="{ACDE7349-86AD-44D6-AA8E-27B59580BCA0}"/>
          </ac:spMkLst>
        </pc:spChg>
        <pc:picChg chg="del mod">
          <ac:chgData name="이효민[ 학부재학 / 사이버국방학과 ]" userId="3929b77a-7aa2-4a96-a97d-3b5ce13f9d26" providerId="ADAL" clId="{C51637DA-6AE0-49DB-8846-B0B68BB6DB08}" dt="2021-11-07T13:15:30.944" v="27" actId="478"/>
          <ac:picMkLst>
            <pc:docMk/>
            <pc:sldMasterMk cId="3145777673" sldId="2147483672"/>
            <ac:picMk id="11" creationId="{5E4CAB39-1B2D-44CE-8268-FDE72F65FD74}"/>
          </ac:picMkLst>
        </pc:picChg>
        <pc:picChg chg="add mod">
          <ac:chgData name="이효민[ 학부재학 / 사이버국방학과 ]" userId="3929b77a-7aa2-4a96-a97d-3b5ce13f9d26" providerId="ADAL" clId="{C51637DA-6AE0-49DB-8846-B0B68BB6DB08}" dt="2021-11-07T13:16:20.745" v="31" actId="1076"/>
          <ac:picMkLst>
            <pc:docMk/>
            <pc:sldMasterMk cId="3145777673" sldId="2147483672"/>
            <ac:picMk id="13" creationId="{29BA69F9-0503-4067-AB7A-E231C86B3305}"/>
          </ac:picMkLst>
        </pc:picChg>
        <pc:sldLayoutChg chg="addSp delSp modSp mod">
          <pc:chgData name="이효민[ 학부재학 / 사이버국방학과 ]" userId="3929b77a-7aa2-4a96-a97d-3b5ce13f9d26" providerId="ADAL" clId="{C51637DA-6AE0-49DB-8846-B0B68BB6DB08}" dt="2021-11-07T13:16:29.477" v="34"/>
          <pc:sldLayoutMkLst>
            <pc:docMk/>
            <pc:sldMasterMk cId="3145777673" sldId="2147483672"/>
            <pc:sldLayoutMk cId="546768808" sldId="2147483673"/>
          </pc:sldLayoutMkLst>
          <pc:spChg chg="del">
            <ac:chgData name="이효민[ 학부재학 / 사이버국방학과 ]" userId="3929b77a-7aa2-4a96-a97d-3b5ce13f9d26" providerId="ADAL" clId="{C51637DA-6AE0-49DB-8846-B0B68BB6DB08}" dt="2021-11-07T13:16:28.596" v="33" actId="478"/>
            <ac:spMkLst>
              <pc:docMk/>
              <pc:sldMasterMk cId="3145777673" sldId="2147483672"/>
              <pc:sldLayoutMk cId="546768808" sldId="2147483673"/>
              <ac:spMk id="13" creationId="{D71B9B85-A69C-4275-AB35-1F85E8A3A50C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27.344" v="32" actId="478"/>
            <ac:picMkLst>
              <pc:docMk/>
              <pc:sldMasterMk cId="3145777673" sldId="2147483672"/>
              <pc:sldLayoutMk cId="546768808" sldId="2147483673"/>
              <ac:picMk id="12" creationId="{BF057BE6-503B-4103-95D0-EA9DC6051FAE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29.477" v="34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33.954" v="37"/>
          <pc:sldLayoutMkLst>
            <pc:docMk/>
            <pc:sldMasterMk cId="3145777673" sldId="2147483672"/>
            <pc:sldLayoutMk cId="67324703" sldId="2147483675"/>
          </pc:sldLayoutMkLst>
          <pc:spChg chg="del">
            <ac:chgData name="이효민[ 학부재학 / 사이버국방학과 ]" userId="3929b77a-7aa2-4a96-a97d-3b5ce13f9d26" providerId="ADAL" clId="{C51637DA-6AE0-49DB-8846-B0B68BB6DB08}" dt="2021-11-07T13:16:33.155" v="36" actId="478"/>
            <ac:spMkLst>
              <pc:docMk/>
              <pc:sldMasterMk cId="3145777673" sldId="2147483672"/>
              <pc:sldLayoutMk cId="67324703" sldId="2147483675"/>
              <ac:spMk id="11" creationId="{B63C686E-1AC5-45D3-8FDB-79687779A3D1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32.376" v="35" actId="478"/>
            <ac:picMkLst>
              <pc:docMk/>
              <pc:sldMasterMk cId="3145777673" sldId="2147483672"/>
              <pc:sldLayoutMk cId="67324703" sldId="2147483675"/>
              <ac:picMk id="10" creationId="{29DFB0CE-644D-4ACB-B2C5-2FEC0001C51C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33.954" v="37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49.782" v="42"/>
          <pc:sldLayoutMkLst>
            <pc:docMk/>
            <pc:sldMasterMk cId="3145777673" sldId="2147483672"/>
            <pc:sldLayoutMk cId="2157310852" sldId="2147483679"/>
          </pc:sldLayoutMkLst>
          <pc:spChg chg="del mod">
            <ac:chgData name="이효민[ 학부재학 / 사이버국방학과 ]" userId="3929b77a-7aa2-4a96-a97d-3b5ce13f9d26" providerId="ADAL" clId="{C51637DA-6AE0-49DB-8846-B0B68BB6DB08}" dt="2021-11-07T13:16:48.810" v="41" actId="478"/>
            <ac:spMkLst>
              <pc:docMk/>
              <pc:sldMasterMk cId="3145777673" sldId="2147483672"/>
              <pc:sldLayoutMk cId="2157310852" sldId="2147483679"/>
              <ac:spMk id="11" creationId="{A381091B-D27E-4F91-B78D-67C95A1ECD96}"/>
            </ac:spMkLst>
          </pc:spChg>
          <pc:picChg chg="add mod">
            <ac:chgData name="이효민[ 학부재학 / 사이버국방학과 ]" userId="3929b77a-7aa2-4a96-a97d-3b5ce13f9d26" providerId="ADAL" clId="{C51637DA-6AE0-49DB-8846-B0B68BB6DB08}" dt="2021-11-07T13:16:49.782" v="42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del">
            <ac:chgData name="이효민[ 학부재학 / 사이버국방학과 ]" userId="3929b77a-7aa2-4a96-a97d-3b5ce13f9d26" providerId="ADAL" clId="{C51637DA-6AE0-49DB-8846-B0B68BB6DB08}" dt="2021-11-07T13:16:46.776" v="38" actId="478"/>
            <ac:picMkLst>
              <pc:docMk/>
              <pc:sldMasterMk cId="3145777673" sldId="2147483672"/>
              <pc:sldLayoutMk cId="2157310852" sldId="2147483679"/>
              <ac:picMk id="10" creationId="{575D59D2-CA50-4BD3-885C-FF310F941F8E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0.139" v="45"/>
          <pc:sldLayoutMkLst>
            <pc:docMk/>
            <pc:sldMasterMk cId="3145777673" sldId="2147483672"/>
            <pc:sldLayoutMk cId="2831446787" sldId="2147483680"/>
          </pc:sldLayoutMkLst>
          <pc:spChg chg="del">
            <ac:chgData name="이효민[ 학부재학 / 사이버국방학과 ]" userId="3929b77a-7aa2-4a96-a97d-3b5ce13f9d26" providerId="ADAL" clId="{C51637DA-6AE0-49DB-8846-B0B68BB6DB08}" dt="2021-11-07T13:16:58.979" v="44" actId="478"/>
            <ac:spMkLst>
              <pc:docMk/>
              <pc:sldMasterMk cId="3145777673" sldId="2147483672"/>
              <pc:sldLayoutMk cId="2831446787" sldId="2147483680"/>
              <ac:spMk id="11" creationId="{6F4336A2-7505-4EE0-B3E2-F0A0CB5D09B8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57.930" v="43" actId="478"/>
            <ac:picMkLst>
              <pc:docMk/>
              <pc:sldMasterMk cId="3145777673" sldId="2147483672"/>
              <pc:sldLayoutMk cId="2831446787" sldId="2147483680"/>
              <ac:picMk id="10" creationId="{3290D07E-D76C-42CD-9A6F-11BE4CDA3820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0.139" v="45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3.950" v="47"/>
          <pc:sldLayoutMkLst>
            <pc:docMk/>
            <pc:sldMasterMk cId="3145777673" sldId="2147483672"/>
            <pc:sldLayoutMk cId="366081474" sldId="2147483681"/>
          </pc:sldLayoutMkLst>
          <pc:spChg chg="del">
            <ac:chgData name="이효민[ 학부재학 / 사이버국방학과 ]" userId="3929b77a-7aa2-4a96-a97d-3b5ce13f9d26" providerId="ADAL" clId="{C51637DA-6AE0-49DB-8846-B0B68BB6DB08}" dt="2021-11-07T13:17:03.254" v="46" actId="478"/>
            <ac:spMkLst>
              <pc:docMk/>
              <pc:sldMasterMk cId="3145777673" sldId="2147483672"/>
              <pc:sldLayoutMk cId="366081474" sldId="2147483681"/>
              <ac:spMk id="11" creationId="{1D26493C-0C13-4AA6-B47B-9CC7D9D3A06F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3.254" v="46" actId="478"/>
            <ac:picMkLst>
              <pc:docMk/>
              <pc:sldMasterMk cId="3145777673" sldId="2147483672"/>
              <pc:sldLayoutMk cId="366081474" sldId="2147483681"/>
              <ac:picMk id="10" creationId="{BA75D6C0-81DB-4FDD-A059-76501EBE9582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3.950" v="47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10.265" v="49"/>
          <pc:sldLayoutMkLst>
            <pc:docMk/>
            <pc:sldMasterMk cId="3145777673" sldId="2147483672"/>
            <pc:sldLayoutMk cId="3947021700" sldId="2147483683"/>
          </pc:sldLayoutMkLst>
          <pc:spChg chg="del">
            <ac:chgData name="이효민[ 학부재학 / 사이버국방학과 ]" userId="3929b77a-7aa2-4a96-a97d-3b5ce13f9d26" providerId="ADAL" clId="{C51637DA-6AE0-49DB-8846-B0B68BB6DB08}" dt="2021-11-07T13:17:09.382" v="48" actId="478"/>
            <ac:spMkLst>
              <pc:docMk/>
              <pc:sldMasterMk cId="3145777673" sldId="2147483672"/>
              <pc:sldLayoutMk cId="3947021700" sldId="2147483683"/>
              <ac:spMk id="10" creationId="{7CED9D3A-ECB2-473D-BC30-C5E49AC36834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9.382" v="48" actId="478"/>
            <ac:picMkLst>
              <pc:docMk/>
              <pc:sldMasterMk cId="3145777673" sldId="2147483672"/>
              <pc:sldLayoutMk cId="3947021700" sldId="2147483683"/>
              <ac:picMk id="9" creationId="{171B9225-0077-40F4-A200-2E04311B98F3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10.265" v="49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89AA700A-C87B-4DC7-95D3-DD1D4BD93CCF}"/>
    <pc:docChg chg="undo custSel addSld delSld modSld sldOrd modMainMaster modSection">
      <pc:chgData name="이효민[ 학부재학 / 사이버국방학과 ]" userId="3929b77a-7aa2-4a96-a97d-3b5ce13f9d26" providerId="ADAL" clId="{89AA700A-C87B-4DC7-95D3-DD1D4BD93CCF}" dt="2022-01-02T20:50:46.130" v="1903"/>
      <pc:docMkLst>
        <pc:docMk/>
      </pc:docMkLst>
      <pc:sldChg chg="modSp mod">
        <pc:chgData name="이효민[ 학부재학 / 사이버국방학과 ]" userId="3929b77a-7aa2-4a96-a97d-3b5ce13f9d26" providerId="ADAL" clId="{89AA700A-C87B-4DC7-95D3-DD1D4BD93CCF}" dt="2021-12-29T09:00:57.500" v="116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89AA700A-C87B-4DC7-95D3-DD1D4BD93CCF}" dt="2021-12-29T09:00:57.500" v="116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89AA700A-C87B-4DC7-95D3-DD1D4BD93CCF}" dt="2021-12-29T09:00:35.121" v="53"/>
          <ac:spMkLst>
            <pc:docMk/>
            <pc:sldMk cId="4271878798" sldId="256"/>
            <ac:spMk id="3" creationId="{22379862-334E-462A-BC01-BB5250028995}"/>
          </ac:spMkLst>
        </pc:spChg>
      </pc:sldChg>
      <pc:sldChg chg="modSp mod">
        <pc:chgData name="이효민[ 학부재학 / 사이버국방학과 ]" userId="3929b77a-7aa2-4a96-a97d-3b5ce13f9d26" providerId="ADAL" clId="{89AA700A-C87B-4DC7-95D3-DD1D4BD93CCF}" dt="2022-01-02T20:19:26.699" v="124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89AA700A-C87B-4DC7-95D3-DD1D4BD93CCF}" dt="2022-01-02T20:19:26.699" v="124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ord">
        <pc:chgData name="이효민[ 학부재학 / 사이버국방학과 ]" userId="3929b77a-7aa2-4a96-a97d-3b5ce13f9d26" providerId="ADAL" clId="{89AA700A-C87B-4DC7-95D3-DD1D4BD93CCF}" dt="2022-01-02T20:20:12.577" v="132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711119976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31126702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3650578037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1731767942" sldId="278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428576480" sldId="279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442887221" sldId="279"/>
        </pc:sldMkLst>
      </pc:sldChg>
      <pc:sldChg chg="modSp mod">
        <pc:chgData name="이효민[ 학부재학 / 사이버국방학과 ]" userId="3929b77a-7aa2-4a96-a97d-3b5ce13f9d26" providerId="ADAL" clId="{89AA700A-C87B-4DC7-95D3-DD1D4BD93CCF}" dt="2021-12-29T09:00:35.500" v="54" actId="2763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89AA700A-C87B-4DC7-95D3-DD1D4BD93CCF}" dt="2021-12-29T09:00:35.500" v="54" actId="27636"/>
          <ac:spMkLst>
            <pc:docMk/>
            <pc:sldMk cId="3636908598" sldId="347"/>
            <ac:spMk id="3" creationId="{F1919A29-26C6-4D1E-A1C6-6211B17B5114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27:04.023" v="387" actId="20577"/>
        <pc:sldMkLst>
          <pc:docMk/>
          <pc:sldMk cId="365798377" sldId="348"/>
        </pc:sldMkLst>
        <pc:spChg chg="mod">
          <ac:chgData name="이효민[ 학부재학 / 사이버국방학과 ]" userId="3929b77a-7aa2-4a96-a97d-3b5ce13f9d26" providerId="ADAL" clId="{89AA700A-C87B-4DC7-95D3-DD1D4BD93CCF}" dt="2022-01-02T20:27:04.023" v="387" actId="20577"/>
          <ac:spMkLst>
            <pc:docMk/>
            <pc:sldMk cId="365798377" sldId="348"/>
            <ac:spMk id="2" creationId="{AA8B08DA-8E85-45A7-9142-736ACE68A3F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00.724" v="384" actId="20577"/>
          <ac:spMkLst>
            <pc:docMk/>
            <pc:sldMk cId="365798377" sldId="348"/>
            <ac:spMk id="3" creationId="{E9FAF3EC-D595-4ABA-AF8D-D9EEAEB2D5B9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32:01.992" v="504" actId="1076"/>
        <pc:sldMkLst>
          <pc:docMk/>
          <pc:sldMk cId="3106261693" sldId="349"/>
        </pc:sldMkLst>
        <pc:spChg chg="mod">
          <ac:chgData name="이효민[ 학부재학 / 사이버국방학과 ]" userId="3929b77a-7aa2-4a96-a97d-3b5ce13f9d26" providerId="ADAL" clId="{89AA700A-C87B-4DC7-95D3-DD1D4BD93CCF}" dt="2022-01-02T20:28:06.638" v="438" actId="20577"/>
          <ac:spMkLst>
            <pc:docMk/>
            <pc:sldMk cId="3106261693" sldId="349"/>
            <ac:spMk id="2" creationId="{CAD0618D-48A2-4AE3-81F9-FCEDA07DC56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52.999" v="433" actId="20577"/>
          <ac:spMkLst>
            <pc:docMk/>
            <pc:sldMk cId="3106261693" sldId="349"/>
            <ac:spMk id="3" creationId="{B9A09ED7-4ADC-42E1-A476-019BAB6F2944}"/>
          </ac:spMkLst>
        </pc:spChg>
        <pc:picChg chg="add del mod modCrop">
          <ac:chgData name="이효민[ 학부재학 / 사이버국방학과 ]" userId="3929b77a-7aa2-4a96-a97d-3b5ce13f9d26" providerId="ADAL" clId="{89AA700A-C87B-4DC7-95D3-DD1D4BD93CCF}" dt="2022-01-02T20:31:55.844" v="499" actId="478"/>
          <ac:picMkLst>
            <pc:docMk/>
            <pc:sldMk cId="3106261693" sldId="349"/>
            <ac:picMk id="6" creationId="{87D139E7-B43B-4EF9-A171-2F3A018FA2E9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2-01-02T20:32:01.992" v="504" actId="1076"/>
          <ac:picMkLst>
            <pc:docMk/>
            <pc:sldMk cId="3106261693" sldId="349"/>
            <ac:picMk id="8" creationId="{E73F41FF-FCE2-4B13-99A7-CFB94A73EB70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33:46.636" v="585"/>
        <pc:sldMkLst>
          <pc:docMk/>
          <pc:sldMk cId="319041979" sldId="350"/>
        </pc:sldMkLst>
        <pc:spChg chg="mod">
          <ac:chgData name="이효민[ 학부재학 / 사이버국방학과 ]" userId="3929b77a-7aa2-4a96-a97d-3b5ce13f9d26" providerId="ADAL" clId="{89AA700A-C87B-4DC7-95D3-DD1D4BD93CCF}" dt="2022-01-02T20:32:40.309" v="510"/>
          <ac:spMkLst>
            <pc:docMk/>
            <pc:sldMk cId="319041979" sldId="350"/>
            <ac:spMk id="2" creationId="{0A5F2BA0-8011-471F-AEB5-77E475A4D5D4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3:46.636" v="585"/>
          <ac:spMkLst>
            <pc:docMk/>
            <pc:sldMk cId="319041979" sldId="350"/>
            <ac:spMk id="3" creationId="{61DAB59D-5337-478A-85B8-B9A1F922BEFB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5:19.591" v="824" actId="27636"/>
        <pc:sldMkLst>
          <pc:docMk/>
          <pc:sldMk cId="3978286067" sldId="351"/>
        </pc:sldMkLst>
        <pc:spChg chg="mod">
          <ac:chgData name="이효민[ 학부재학 / 사이버국방학과 ]" userId="3929b77a-7aa2-4a96-a97d-3b5ce13f9d26" providerId="ADAL" clId="{89AA700A-C87B-4DC7-95D3-DD1D4BD93CCF}" dt="2022-01-02T20:35:16.007" v="819"/>
          <ac:spMkLst>
            <pc:docMk/>
            <pc:sldMk cId="3978286067" sldId="351"/>
            <ac:spMk id="2" creationId="{5C99D40B-CD94-48AC-8768-B2B126F072C7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5:19.591" v="824" actId="27636"/>
          <ac:spMkLst>
            <pc:docMk/>
            <pc:sldMk cId="3978286067" sldId="351"/>
            <ac:spMk id="3" creationId="{84A5D00A-9CA6-435A-BCC5-0944C500168A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9:32.287" v="1060" actId="20577"/>
        <pc:sldMkLst>
          <pc:docMk/>
          <pc:sldMk cId="1724742321" sldId="352"/>
        </pc:sldMkLst>
        <pc:spChg chg="mod">
          <ac:chgData name="이효민[ 학부재학 / 사이버국방학과 ]" userId="3929b77a-7aa2-4a96-a97d-3b5ce13f9d26" providerId="ADAL" clId="{89AA700A-C87B-4DC7-95D3-DD1D4BD93CCF}" dt="2022-01-02T20:35:29.349" v="830" actId="20577"/>
          <ac:spMkLst>
            <pc:docMk/>
            <pc:sldMk cId="1724742321" sldId="352"/>
            <ac:spMk id="2" creationId="{C042270A-30BB-44B9-9906-57D6FCCC60C8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9:32.287" v="1060" actId="20577"/>
          <ac:spMkLst>
            <pc:docMk/>
            <pc:sldMk cId="1724742321" sldId="352"/>
            <ac:spMk id="3" creationId="{B52B04EA-61EB-4FBE-81D1-40744CE57824}"/>
          </ac:spMkLst>
        </pc:spChg>
      </pc:sldChg>
      <pc:sldChg chg="addSp modSp new mod">
        <pc:chgData name="이효민[ 학부재학 / 사이버국방학과 ]" userId="3929b77a-7aa2-4a96-a97d-3b5ce13f9d26" providerId="ADAL" clId="{89AA700A-C87B-4DC7-95D3-DD1D4BD93CCF}" dt="2022-01-02T20:37:15.004" v="907" actId="1076"/>
        <pc:sldMkLst>
          <pc:docMk/>
          <pc:sldMk cId="863911632" sldId="353"/>
        </pc:sldMkLst>
        <pc:spChg chg="mod">
          <ac:chgData name="이효민[ 학부재학 / 사이버국방학과 ]" userId="3929b77a-7aa2-4a96-a97d-3b5ce13f9d26" providerId="ADAL" clId="{89AA700A-C87B-4DC7-95D3-DD1D4BD93CCF}" dt="2022-01-02T20:36:44.868" v="895"/>
          <ac:spMkLst>
            <pc:docMk/>
            <pc:sldMk cId="863911632" sldId="353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00.116" v="904" actId="20577"/>
          <ac:spMkLst>
            <pc:docMk/>
            <pc:sldMk cId="863911632" sldId="353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37:15.004" v="907" actId="1076"/>
          <ac:picMkLst>
            <pc:docMk/>
            <pc:sldMk cId="863911632" sldId="353"/>
            <ac:picMk id="6" creationId="{EDFB8ADB-4859-4AFC-B48E-AFEAC90EDF33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48:41.699" v="1880" actId="1076"/>
        <pc:sldMkLst>
          <pc:docMk/>
          <pc:sldMk cId="1621801038" sldId="354"/>
        </pc:sldMkLst>
        <pc:spChg chg="mod">
          <ac:chgData name="이효민[ 학부재학 / 사이버국방학과 ]" userId="3929b77a-7aa2-4a96-a97d-3b5ce13f9d26" providerId="ADAL" clId="{89AA700A-C87B-4DC7-95D3-DD1D4BD93CCF}" dt="2022-01-02T20:48:34.399" v="1875" actId="20577"/>
          <ac:spMkLst>
            <pc:docMk/>
            <pc:sldMk cId="1621801038" sldId="354"/>
            <ac:spMk id="2" creationId="{8D8D3D1B-BE26-4B92-AE92-6F3B1F5F1CE0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8:41.699" v="1880" actId="1076"/>
          <ac:spMkLst>
            <pc:docMk/>
            <pc:sldMk cId="1621801038" sldId="354"/>
            <ac:spMk id="3" creationId="{D9A28D56-990B-433B-A98E-C091EC26F19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7:39.882" v="936"/>
        <pc:sldMkLst>
          <pc:docMk/>
          <pc:sldMk cId="421932750" sldId="355"/>
        </pc:sldMkLst>
        <pc:spChg chg="mod">
          <ac:chgData name="이효민[ 학부재학 / 사이버국방학과 ]" userId="3929b77a-7aa2-4a96-a97d-3b5ce13f9d26" providerId="ADAL" clId="{89AA700A-C87B-4DC7-95D3-DD1D4BD93CCF}" dt="2022-01-02T20:37:23.015" v="926"/>
          <ac:spMkLst>
            <pc:docMk/>
            <pc:sldMk cId="421932750" sldId="355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39.882" v="936"/>
          <ac:spMkLst>
            <pc:docMk/>
            <pc:sldMk cId="421932750" sldId="355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8:13.174" v="1056"/>
        <pc:sldMkLst>
          <pc:docMk/>
          <pc:sldMk cId="2087600335" sldId="356"/>
        </pc:sldMkLst>
        <pc:spChg chg="mod">
          <ac:chgData name="이효민[ 학부재학 / 사이버국방학과 ]" userId="3929b77a-7aa2-4a96-a97d-3b5ce13f9d26" providerId="ADAL" clId="{89AA700A-C87B-4DC7-95D3-DD1D4BD93CCF}" dt="2022-01-02T20:37:51.196" v="964"/>
          <ac:spMkLst>
            <pc:docMk/>
            <pc:sldMk cId="2087600335" sldId="356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8:13.174" v="1056"/>
          <ac:spMkLst>
            <pc:docMk/>
            <pc:sldMk cId="2087600335" sldId="356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42:53.745" v="1345" actId="20577"/>
        <pc:sldMkLst>
          <pc:docMk/>
          <pc:sldMk cId="3768780291" sldId="357"/>
        </pc:sldMkLst>
        <pc:spChg chg="mod">
          <ac:chgData name="이효민[ 학부재학 / 사이버국방학과 ]" userId="3929b77a-7aa2-4a96-a97d-3b5ce13f9d26" providerId="ADAL" clId="{89AA700A-C87B-4DC7-95D3-DD1D4BD93CCF}" dt="2022-01-02T20:42:10.964" v="1061"/>
          <ac:spMkLst>
            <pc:docMk/>
            <pc:sldMk cId="3768780291" sldId="357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2:53.745" v="1345" actId="20577"/>
          <ac:spMkLst>
            <pc:docMk/>
            <pc:sldMk cId="3768780291" sldId="357"/>
            <ac:spMk id="3" creationId="{BD33F9B7-6FA1-40A1-8E29-435855FB5B4E}"/>
          </ac:spMkLst>
        </pc:spChg>
      </pc:sldChg>
      <pc:sldChg chg="addSp modSp add mod">
        <pc:chgData name="이효민[ 학부재학 / 사이버국방학과 ]" userId="3929b77a-7aa2-4a96-a97d-3b5ce13f9d26" providerId="ADAL" clId="{89AA700A-C87B-4DC7-95D3-DD1D4BD93CCF}" dt="2022-01-02T20:43:25.300" v="1401" actId="1076"/>
        <pc:sldMkLst>
          <pc:docMk/>
          <pc:sldMk cId="281315117" sldId="358"/>
        </pc:sldMkLst>
        <pc:spChg chg="mod">
          <ac:chgData name="이효민[ 학부재학 / 사이버국방학과 ]" userId="3929b77a-7aa2-4a96-a97d-3b5ce13f9d26" providerId="ADAL" clId="{89AA700A-C87B-4DC7-95D3-DD1D4BD93CCF}" dt="2022-01-02T20:43:03.149" v="1346"/>
          <ac:spMkLst>
            <pc:docMk/>
            <pc:sldMk cId="281315117" sldId="358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3:14.258" v="1396"/>
          <ac:spMkLst>
            <pc:docMk/>
            <pc:sldMk cId="281315117" sldId="358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3:25.300" v="1401" actId="1076"/>
          <ac:picMkLst>
            <pc:docMk/>
            <pc:sldMk cId="281315117" sldId="358"/>
            <ac:picMk id="6" creationId="{7498F5E0-E299-4802-A52D-424D780523B4}"/>
          </ac:picMkLst>
        </pc:picChg>
      </pc:sldChg>
      <pc:sldChg chg="addSp modSp add mod">
        <pc:chgData name="이효민[ 학부재학 / 사이버국방학과 ]" userId="3929b77a-7aa2-4a96-a97d-3b5ce13f9d26" providerId="ADAL" clId="{89AA700A-C87B-4DC7-95D3-DD1D4BD93CCF}" dt="2022-01-02T20:44:12.618" v="1604" actId="1076"/>
        <pc:sldMkLst>
          <pc:docMk/>
          <pc:sldMk cId="657699335" sldId="359"/>
        </pc:sldMkLst>
        <pc:spChg chg="mod">
          <ac:chgData name="이효민[ 학부재학 / 사이버국방학과 ]" userId="3929b77a-7aa2-4a96-a97d-3b5ce13f9d26" providerId="ADAL" clId="{89AA700A-C87B-4DC7-95D3-DD1D4BD93CCF}" dt="2022-01-02T20:43:37.352" v="1429"/>
          <ac:spMkLst>
            <pc:docMk/>
            <pc:sldMk cId="657699335" sldId="359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4:07.677" v="1602" actId="20577"/>
          <ac:spMkLst>
            <pc:docMk/>
            <pc:sldMk cId="657699335" sldId="359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4:12.618" v="1604" actId="1076"/>
          <ac:picMkLst>
            <pc:docMk/>
            <pc:sldMk cId="657699335" sldId="359"/>
            <ac:picMk id="6" creationId="{DD28D1AA-51B6-49C4-97E3-CC3C96323F88}"/>
          </ac:picMkLst>
        </pc:picChg>
      </pc:sldChg>
      <pc:sldChg chg="modSp add mod">
        <pc:chgData name="이효민[ 학부재학 / 사이버국방학과 ]" userId="3929b77a-7aa2-4a96-a97d-3b5ce13f9d26" providerId="ADAL" clId="{89AA700A-C87B-4DC7-95D3-DD1D4BD93CCF}" dt="2022-01-02T20:45:14.143" v="1840" actId="20577"/>
        <pc:sldMkLst>
          <pc:docMk/>
          <pc:sldMk cId="2888858680" sldId="360"/>
        </pc:sldMkLst>
        <pc:spChg chg="mod">
          <ac:chgData name="이효민[ 학부재학 / 사이버국방학과 ]" userId="3929b77a-7aa2-4a96-a97d-3b5ce13f9d26" providerId="ADAL" clId="{89AA700A-C87B-4DC7-95D3-DD1D4BD93CCF}" dt="2022-01-02T20:44:31.084" v="1623"/>
          <ac:spMkLst>
            <pc:docMk/>
            <pc:sldMk cId="2888858680" sldId="360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5:14.143" v="1840" actId="20577"/>
          <ac:spMkLst>
            <pc:docMk/>
            <pc:sldMk cId="2888858680" sldId="360"/>
            <ac:spMk id="3" creationId="{BD33F9B7-6FA1-40A1-8E29-435855FB5B4E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45:47.403" v="1866" actId="1076"/>
        <pc:sldMkLst>
          <pc:docMk/>
          <pc:sldMk cId="1149798840" sldId="361"/>
        </pc:sldMkLst>
        <pc:spChg chg="mod">
          <ac:chgData name="이효민[ 학부재학 / 사이버국방학과 ]" userId="3929b77a-7aa2-4a96-a97d-3b5ce13f9d26" providerId="ADAL" clId="{89AA700A-C87B-4DC7-95D3-DD1D4BD93CCF}" dt="2022-01-02T20:45:34.388" v="1863"/>
          <ac:spMkLst>
            <pc:docMk/>
            <pc:sldMk cId="1149798840" sldId="361"/>
            <ac:spMk id="2" creationId="{F6538573-C45A-4D3C-93F0-9580E3004734}"/>
          </ac:spMkLst>
        </pc:spChg>
        <pc:spChg chg="del">
          <ac:chgData name="이효민[ 학부재학 / 사이버국방학과 ]" userId="3929b77a-7aa2-4a96-a97d-3b5ce13f9d26" providerId="ADAL" clId="{89AA700A-C87B-4DC7-95D3-DD1D4BD93CCF}" dt="2022-01-02T20:45:41.287" v="1864" actId="22"/>
          <ac:spMkLst>
            <pc:docMk/>
            <pc:sldMk cId="1149798840" sldId="361"/>
            <ac:spMk id="3" creationId="{A78A2427-7B32-4948-8799-AEB01D72CECA}"/>
          </ac:spMkLst>
        </pc:spChg>
        <pc:picChg chg="add mod ord">
          <ac:chgData name="이효민[ 학부재학 / 사이버국방학과 ]" userId="3929b77a-7aa2-4a96-a97d-3b5ce13f9d26" providerId="ADAL" clId="{89AA700A-C87B-4DC7-95D3-DD1D4BD93CCF}" dt="2022-01-02T20:45:47.403" v="1866" actId="1076"/>
          <ac:picMkLst>
            <pc:docMk/>
            <pc:sldMk cId="1149798840" sldId="361"/>
            <ac:picMk id="6" creationId="{1691150F-CAD5-434C-81FC-5D4B6A35039D}"/>
          </ac:picMkLst>
        </pc:picChg>
      </pc:sldChg>
      <pc:sldChg chg="modSp new del mod">
        <pc:chgData name="이효민[ 학부재학 / 사이버국방학과 ]" userId="3929b77a-7aa2-4a96-a97d-3b5ce13f9d26" providerId="ADAL" clId="{89AA700A-C87B-4DC7-95D3-DD1D4BD93CCF}" dt="2022-01-02T20:49:08.123" v="1901" actId="47"/>
        <pc:sldMkLst>
          <pc:docMk/>
          <pc:sldMk cId="4181078703" sldId="362"/>
        </pc:sldMkLst>
        <pc:spChg chg="mod">
          <ac:chgData name="이효민[ 학부재학 / 사이버국방학과 ]" userId="3929b77a-7aa2-4a96-a97d-3b5ce13f9d26" providerId="ADAL" clId="{89AA700A-C87B-4DC7-95D3-DD1D4BD93CCF}" dt="2022-01-02T20:49:02.699" v="1887"/>
          <ac:spMkLst>
            <pc:docMk/>
            <pc:sldMk cId="4181078703" sldId="362"/>
            <ac:spMk id="2" creationId="{42DD2CED-9D83-4C81-9265-F854E88F5726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9:06.298" v="1900" actId="20577"/>
          <ac:spMkLst>
            <pc:docMk/>
            <pc:sldMk cId="4181078703" sldId="362"/>
            <ac:spMk id="3" creationId="{87CE4227-BB12-49B1-9998-625EF88FABD2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89AA700A-C87B-4DC7-95D3-DD1D4BD93CCF}" dt="2021-12-29T08:56:55.227" v="27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89AA700A-C87B-4DC7-95D3-DD1D4BD93CCF}" dt="2021-12-29T08:53:48.864" v="1" actId="478"/>
          <ac:picMkLst>
            <pc:docMk/>
            <pc:sldMasterMk cId="3145777673" sldId="2147483672"/>
            <ac:picMk id="13" creationId="{29BA69F9-0503-4067-AB7A-E231C86B3305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1-12-29T08:56:35.209" v="19" actId="1076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addSp delSp modSp mod">
          <pc:chgData name="이효민[ 학부재학 / 사이버국방학과 ]" userId="3929b77a-7aa2-4a96-a97d-3b5ce13f9d26" providerId="ADAL" clId="{89AA700A-C87B-4DC7-95D3-DD1D4BD93CCF}" dt="2021-12-29T08:56:45.329" v="20"/>
          <pc:sldLayoutMkLst>
            <pc:docMk/>
            <pc:sldMasterMk cId="3145777673" sldId="2147483672"/>
            <pc:sldLayoutMk cId="546768808" sldId="214748367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45.329" v="20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46.469" v="0" actId="478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modSp mod">
          <pc:chgData name="이효민[ 학부재학 / 사이버국방학과 ]" userId="3929b77a-7aa2-4a96-a97d-3b5ce13f9d26" providerId="ADAL" clId="{89AA700A-C87B-4DC7-95D3-DD1D4BD93CCF}" dt="2021-12-29T08:55:42.177" v="16" actId="1076"/>
          <pc:sldLayoutMkLst>
            <pc:docMk/>
            <pc:sldMasterMk cId="3145777673" sldId="2147483672"/>
            <pc:sldLayoutMk cId="2099084053" sldId="2147483674"/>
          </pc:sldLayoutMkLst>
          <pc:spChg chg="mod">
            <ac:chgData name="이효민[ 학부재학 / 사이버국방학과 ]" userId="3929b77a-7aa2-4a96-a97d-3b5ce13f9d26" providerId="ADAL" clId="{89AA700A-C87B-4DC7-95D3-DD1D4BD93CCF}" dt="2021-12-29T08:55:42.177" v="16" actId="1076"/>
            <ac:spMkLst>
              <pc:docMk/>
              <pc:sldMasterMk cId="3145777673" sldId="2147483672"/>
              <pc:sldLayoutMk cId="2099084053" sldId="2147483674"/>
              <ac:spMk id="2" creationId="{00000000-0000-0000-0000-000000000000}"/>
            </ac:spMkLst>
          </pc:sp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6.674" v="21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1.371" v="2" actId="478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6.674" v="21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9.170" v="22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4.305" v="3" actId="478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9.170" v="22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1.500" v="23"/>
          <pc:sldLayoutMkLst>
            <pc:docMk/>
            <pc:sldMasterMk cId="3145777673" sldId="2147483672"/>
            <pc:sldLayoutMk cId="2831446787" sldId="2147483680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1.500" v="23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7.010" v="4" actId="478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2.260" v="24"/>
          <pc:sldLayoutMkLst>
            <pc:docMk/>
            <pc:sldMasterMk cId="3145777673" sldId="2147483672"/>
            <pc:sldLayoutMk cId="366081474" sldId="2147483681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2.260" v="24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8.877" v="5" actId="478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">
          <pc:chgData name="이효민[ 학부재학 / 사이버국방학과 ]" userId="3929b77a-7aa2-4a96-a97d-3b5ce13f9d26" providerId="ADAL" clId="{89AA700A-C87B-4DC7-95D3-DD1D4BD93CCF}" dt="2021-12-29T08:56:53.800" v="26"/>
          <pc:sldLayoutMkLst>
            <pc:docMk/>
            <pc:sldMasterMk cId="3145777673" sldId="2147483672"/>
            <pc:sldLayoutMk cId="1505422099" sldId="2147483682"/>
          </pc:sldLayoutMkLst>
          <pc:picChg chg="add del mod">
            <ac:chgData name="이효민[ 학부재학 / 사이버국방학과 ]" userId="3929b77a-7aa2-4a96-a97d-3b5ce13f9d26" providerId="ADAL" clId="{89AA700A-C87B-4DC7-95D3-DD1D4BD93CCF}" dt="2021-12-29T08:56:53.800" v="26"/>
            <ac:picMkLst>
              <pc:docMk/>
              <pc:sldMasterMk cId="3145777673" sldId="2147483672"/>
              <pc:sldLayoutMk cId="1505422099" sldId="2147483682"/>
              <ac:picMk id="7" creationId="{E88D0D0B-959A-467D-936B-FB5192B98804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5.227" v="27"/>
          <pc:sldLayoutMkLst>
            <pc:docMk/>
            <pc:sldMasterMk cId="3145777673" sldId="2147483672"/>
            <pc:sldLayoutMk cId="3947021700" sldId="214748368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5.227" v="27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4:02.004" v="6" actId="478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6C5DC9A1-9364-42BA-A78B-7C433C3E275D}"/>
    <pc:docChg chg="delSld modSld modSection">
      <pc:chgData name="이효민[ 학부재학 / 사이버국방학과 ]" userId="3929b77a-7aa2-4a96-a97d-3b5ce13f9d26" providerId="ADAL" clId="{6C5DC9A1-9364-42BA-A78B-7C433C3E275D}" dt="2022-01-02T20:55:40.433" v="31" actId="20577"/>
      <pc:docMkLst>
        <pc:docMk/>
      </pc:docMkLst>
      <pc:sldChg chg="modSp mod">
        <pc:chgData name="이효민[ 학부재학 / 사이버국방학과 ]" userId="3929b77a-7aa2-4a96-a97d-3b5ce13f9d26" providerId="ADAL" clId="{6C5DC9A1-9364-42BA-A78B-7C433C3E275D}" dt="2022-01-02T20:55:40.433" v="31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6C5DC9A1-9364-42BA-A78B-7C433C3E275D}" dt="2022-01-02T20:55:40.433" v="31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8488887" sldId="26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11726360" sldId="27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62858279" sldId="27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95893911" sldId="27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31126702" sldId="27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42887221" sldId="27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05018846" sldId="28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71646766" sldId="28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46235029" sldId="28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38717978" sldId="28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929877" sldId="28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98235405" sldId="28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85595965" sldId="28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145237" sldId="28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21062" sldId="28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93003946" sldId="28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24154356" sldId="29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272398856" sldId="29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06602799" sldId="29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6278660" sldId="29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0878423" sldId="29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75899499" sldId="29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6816349" sldId="29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40518841" sldId="29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3450419" sldId="30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82602585" sldId="30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44177403" sldId="30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91863186" sldId="30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735915025" sldId="30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40414345" sldId="30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60324094" sldId="30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7978872" sldId="30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7991251" sldId="30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2123724" sldId="30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82925829" sldId="31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4423949" sldId="31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28712980" sldId="31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50555230" sldId="31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40296087" sldId="31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7939077" sldId="31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16698218" sldId="31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37838211" sldId="31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14188019" sldId="31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17413653" sldId="32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8947117" sldId="32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247097004" sldId="32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79073654" sldId="32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50239397" sldId="32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39382090" sldId="32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8451364" sldId="32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1295334" sldId="32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41664827" sldId="32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2405254" sldId="33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59579555" sldId="33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14390" sldId="33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417646756" sldId="33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09551197" sldId="33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6147998" sldId="33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5314893" sldId="33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4696824" sldId="33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71482761" sldId="33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31992139" sldId="33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01517021" sldId="34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26576549" sldId="34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582896346" sldId="34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469201" sldId="34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79546471" sldId="34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15118274" sldId="34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24952614" sldId="34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36908598" sldId="34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24.950" v="29" actId="47"/>
        <pc:sldMkLst>
          <pc:docMk/>
          <pc:sldMk cId="365798377" sldId="34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6261693" sldId="34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041979" sldId="35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8286067" sldId="35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24742321" sldId="35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63911632" sldId="35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21801038" sldId="35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1932750" sldId="35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87600335" sldId="35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68780291" sldId="35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1315117" sldId="35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57699335" sldId="35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88858680" sldId="36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49798840" sldId="361"/>
        </pc:sldMkLst>
      </pc:sldChg>
    </pc:docChg>
  </pc:docChgLst>
  <pc:docChgLst>
    <pc:chgData name="lhm1024@korea.edu" userId="3929b77a-7aa2-4a96-a97d-3b5ce13f9d26" providerId="ADAL" clId="{0F02F351-B533-4EE5-81E5-9D148272FC29}"/>
    <pc:docChg chg="modSld">
      <pc:chgData name="lhm1024@korea.edu" userId="3929b77a-7aa2-4a96-a97d-3b5ce13f9d26" providerId="ADAL" clId="{0F02F351-B533-4EE5-81E5-9D148272FC29}" dt="2021-08-06T02:23:41.758" v="7" actId="20577"/>
      <pc:docMkLst>
        <pc:docMk/>
      </pc:docMkLst>
      <pc:sldChg chg="modSp mod">
        <pc:chgData name="lhm1024@korea.edu" userId="3929b77a-7aa2-4a96-a97d-3b5ce13f9d26" providerId="ADAL" clId="{0F02F351-B533-4EE5-81E5-9D148272FC29}" dt="2021-08-06T01:54:51.613" v="0" actId="20577"/>
        <pc:sldMkLst>
          <pc:docMk/>
          <pc:sldMk cId="3993003946" sldId="289"/>
        </pc:sldMkLst>
        <pc:spChg chg="mod">
          <ac:chgData name="lhm1024@korea.edu" userId="3929b77a-7aa2-4a96-a97d-3b5ce13f9d26" providerId="ADAL" clId="{0F02F351-B533-4EE5-81E5-9D148272FC29}" dt="2021-08-06T01:54:51.613" v="0" actId="20577"/>
          <ac:spMkLst>
            <pc:docMk/>
            <pc:sldMk cId="3993003946" sldId="289"/>
            <ac:spMk id="3" creationId="{155133CE-E410-4827-9D25-DBE617DBE29C}"/>
          </ac:spMkLst>
        </pc:spChg>
      </pc:sldChg>
      <pc:sldChg chg="modSp mod">
        <pc:chgData name="lhm1024@korea.edu" userId="3929b77a-7aa2-4a96-a97d-3b5ce13f9d26" providerId="ADAL" clId="{0F02F351-B533-4EE5-81E5-9D148272FC29}" dt="2021-08-06T02:23:41.758" v="7" actId="20577"/>
        <pc:sldMkLst>
          <pc:docMk/>
          <pc:sldMk cId="2416698218" sldId="317"/>
        </pc:sldMkLst>
        <pc:spChg chg="mod">
          <ac:chgData name="lhm1024@korea.edu" userId="3929b77a-7aa2-4a96-a97d-3b5ce13f9d26" providerId="ADAL" clId="{0F02F351-B533-4EE5-81E5-9D148272FC29}" dt="2021-08-06T02:23:41.758" v="7" actId="20577"/>
          <ac:spMkLst>
            <pc:docMk/>
            <pc:sldMk cId="2416698218" sldId="317"/>
            <ac:spMk id="3" creationId="{0FACA2A7-FA49-4095-9072-93FD8A69BF12}"/>
          </ac:spMkLst>
        </pc:spChg>
      </pc:sldChg>
    </pc:docChg>
  </pc:docChgLst>
  <pc:docChgLst>
    <pc:chgData name="이효민[ 학부재학 / 사이버국방학과 ]" userId="3929b77a-7aa2-4a96-a97d-3b5ce13f9d26" providerId="ADAL" clId="{FE276C34-00A7-45EE-ADE1-FBCDC75BC829}"/>
    <pc:docChg chg="addSld delSld modSld modSection">
      <pc:chgData name="이효민[ 학부재학 / 사이버국방학과 ]" userId="3929b77a-7aa2-4a96-a97d-3b5ce13f9d26" providerId="ADAL" clId="{FE276C34-00A7-45EE-ADE1-FBCDC75BC829}" dt="2022-01-11T23:55:14.831" v="1" actId="47"/>
      <pc:docMkLst>
        <pc:docMk/>
      </pc:docMkLst>
      <pc:sldChg chg="del">
        <pc:chgData name="이효민[ 학부재학 / 사이버국방학과 ]" userId="3929b77a-7aa2-4a96-a97d-3b5ce13f9d26" providerId="ADAL" clId="{FE276C34-00A7-45EE-ADE1-FBCDC75BC829}" dt="2022-01-11T23:55:14.831" v="1" actId="47"/>
        <pc:sldMkLst>
          <pc:docMk/>
          <pc:sldMk cId="608442772" sldId="264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1753654004" sldId="265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450307973" sldId="266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972673361" sldId="267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3726593539" sldId="268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1390640767" sldId="269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056692858" sldId="270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1196021514" sldId="271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1750955747" sldId="272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1956252723" sldId="273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30025802" sldId="274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3435154560" sldId="275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061117759" sldId="276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4171451487" sldId="277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1795176978" sldId="278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3903601922" sldId="279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961126454" sldId="280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3161025781" sldId="281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415740429" sldId="282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3283494541" sldId="283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427280725" sldId="284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4180246174" sldId="285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3814561656" sldId="286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3568445398" sldId="287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3057633942" sldId="288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368846829" sldId="289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1989889072" sldId="290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757523288" sldId="291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091133750" sldId="292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716663277" sldId="293"/>
        </pc:sldMkLst>
      </pc:sldChg>
      <pc:sldChg chg="add">
        <pc:chgData name="이효민[ 학부재학 / 사이버국방학과 ]" userId="3929b77a-7aa2-4a96-a97d-3b5ce13f9d26" providerId="ADAL" clId="{FE276C34-00A7-45EE-ADE1-FBCDC75BC829}" dt="2022-01-11T23:55:12.068" v="0"/>
        <pc:sldMkLst>
          <pc:docMk/>
          <pc:sldMk cId="2036219602" sldId="323"/>
        </pc:sldMkLst>
      </pc:sldChg>
    </pc:docChg>
  </pc:docChgLst>
  <pc:docChgLst>
    <pc:chgData name="이효민[ 학부재학 / 사이버국방학과 ]" userId="S::lhm1024@korea.edu::3929b77a-7aa2-4a96-a97d-3b5ce13f9d26" providerId="AD" clId="Web-{6EB83F11-3CD7-45CD-A060-8FE1D5F6A3F8}"/>
    <pc:docChg chg="addSld sldOrd modSection">
      <pc:chgData name="이효민[ 학부재학 / 사이버국방학과 ]" userId="S::lhm1024@korea.edu::3929b77a-7aa2-4a96-a97d-3b5ce13f9d26" providerId="AD" clId="Web-{6EB83F11-3CD7-45CD-A060-8FE1D5F6A3F8}" dt="2021-07-08T07:00:35.629" v="18"/>
      <pc:docMkLst>
        <pc:docMk/>
      </pc:docMkLst>
      <pc:sldChg chg="ord">
        <pc:chgData name="이효민[ 학부재학 / 사이버국방학과 ]" userId="S::lhm1024@korea.edu::3929b77a-7aa2-4a96-a97d-3b5ce13f9d26" providerId="AD" clId="Web-{6EB83F11-3CD7-45CD-A060-8FE1D5F6A3F8}" dt="2021-07-08T07:00:35.629" v="18"/>
        <pc:sldMkLst>
          <pc:docMk/>
          <pc:sldMk cId="3682925829" sldId="311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7"/>
        <pc:sldMkLst>
          <pc:docMk/>
          <pc:sldMk cId="3564423949" sldId="312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6"/>
        <pc:sldMkLst>
          <pc:docMk/>
          <pc:sldMk cId="228712980" sldId="313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5"/>
        <pc:sldMkLst>
          <pc:docMk/>
          <pc:sldMk cId="2150555230" sldId="314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4"/>
        <pc:sldMkLst>
          <pc:docMk/>
          <pc:sldMk cId="840296087" sldId="315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3"/>
        <pc:sldMkLst>
          <pc:docMk/>
          <pc:sldMk cId="607939077" sldId="316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2"/>
        <pc:sldMkLst>
          <pc:docMk/>
          <pc:sldMk cId="2416698218" sldId="317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1"/>
        <pc:sldMkLst>
          <pc:docMk/>
          <pc:sldMk cId="1137838211" sldId="318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0"/>
        <pc:sldMkLst>
          <pc:docMk/>
          <pc:sldMk cId="1114188019" sldId="319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9"/>
        <pc:sldMkLst>
          <pc:docMk/>
          <pc:sldMk cId="2617413653" sldId="320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8"/>
        <pc:sldMkLst>
          <pc:docMk/>
          <pc:sldMk cId="78947117" sldId="321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03" v="0"/>
        <pc:sldMkLst>
          <pc:docMk/>
          <pc:sldMk cId="3247097004" sldId="323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96" v="1"/>
        <pc:sldMkLst>
          <pc:docMk/>
          <pc:sldMk cId="1579073654" sldId="324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43" v="2"/>
        <pc:sldMkLst>
          <pc:docMk/>
          <pc:sldMk cId="2650239397" sldId="325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90" v="3"/>
        <pc:sldMkLst>
          <pc:docMk/>
          <pc:sldMk cId="3039382090" sldId="326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53" v="4"/>
        <pc:sldMkLst>
          <pc:docMk/>
          <pc:sldMk cId="168451364" sldId="327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99" v="5"/>
        <pc:sldMkLst>
          <pc:docMk/>
          <pc:sldMk cId="601295334" sldId="328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262" v="6"/>
        <pc:sldMkLst>
          <pc:docMk/>
          <pc:sldMk cId="4141664827" sldId="329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9:28.987" v="7"/>
        <pc:sldMkLst>
          <pc:docMk/>
          <pc:sldMk cId="1902405254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CA8A9-F0F6-47A0-AE59-EE8BA1D350D0}" type="datetimeFigureOut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599-2837-4A6A-84AA-59C1DB2CD0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64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61804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958473"/>
            <a:ext cx="10058400" cy="410746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B638-323D-49B2-BB1A-66B6C384CB8A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4625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8290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07723"/>
            <a:ext cx="1005840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v"/>
              <a:defRPr b="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CAE5-601C-4E85-AD8D-C7C12DB03930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928E83-8EB3-4F03-A738-F765C3B8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08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A3C6A-53FA-4313-AAF8-38289F9BDB37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6A2A5D-356D-40C2-894B-D0B47CDD04D5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5285024-8F71-45B0-B709-E4A899DBC3B4}"/>
              </a:ext>
            </a:extLst>
          </p:cNvPr>
          <p:cNvSpPr txBox="1">
            <a:spLocks/>
          </p:cNvSpPr>
          <p:nvPr userDrawn="1"/>
        </p:nvSpPr>
        <p:spPr>
          <a:xfrm>
            <a:off x="5641805" y="60688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2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A3117-E2A6-4AC4-8122-B1F047B6E776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6E3C41-F5BF-4839-A28F-442362EBCB08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8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98D8-68FB-4B04-88C3-8B03BABBF707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E869A7D-4466-4F38-AF3D-C8F6331593D2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71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D8E8-BF08-4215-82FA-6C38FBEA1CDA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019259-247C-403D-B974-F1F579D0B893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11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1143-153F-4F7F-99C3-6DE50F1B9E66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EF6F52-6374-48E3-A0AA-8AA260415017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98451C86-C339-4FF7-8A13-0B63E9B4F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31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B991D8-E253-4E81-B2F0-83165905CE29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0981C88-C510-44CF-80A8-6D2DD4D12EA6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1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1699C7EA-96C9-421E-9F3C-C664E83A95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44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9E6337-4C87-4AAC-85FB-A1A543922A7C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1A4BE99F-4AE2-4BEA-8D48-B1BF3C8FDF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8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2BE6-98E0-4461-8058-037AE57844FD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DDB8FD-FCF8-44F9-933F-AA03AEC79344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42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AB4B-15D1-4BA8-BE88-443A455D2818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AB7DEE-0E95-413B-B102-8E885B6407DA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Picture 2" descr="선린인터넷고등학교 - 위키백과, 우리 모두의 백과사전">
            <a:extLst>
              <a:ext uri="{FF2B5EF4-FFF2-40B4-BE49-F238E27FC236}">
                <a16:creationId xmlns:a16="http://schemas.microsoft.com/office/drawing/2014/main" id="{717264EC-A67D-40EC-9C6B-5D0A30610B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47" y="369316"/>
            <a:ext cx="915066" cy="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02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6A888A-EFAA-479A-8905-167092D8D4D0}" type="datetime1">
              <a:rPr lang="ko-KR" altLang="en-US" smtClean="0"/>
              <a:t>2022. 11. 28.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a고딕15" panose="02020600000000000000" pitchFamily="18" charset="-127"/>
          <a:ea typeface="a고딕15" panose="02020600000000000000" pitchFamily="18" charset="-127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mailto:lhm1024@korea.ac.k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205318"/>
            <a:ext cx="10058400" cy="16357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Web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Security 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소수전공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98261"/>
            <a:ext cx="10058400" cy="801266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a고딕13" panose="02020600000000000000" pitchFamily="18" charset="-127"/>
                <a:ea typeface="a고딕13" panose="02020600000000000000" pitchFamily="18" charset="-127"/>
              </a:rPr>
              <a:t>이효민</a:t>
            </a:r>
          </a:p>
        </p:txBody>
      </p:sp>
    </p:spTree>
    <p:extLst>
      <p:ext uri="{BB962C8B-B14F-4D97-AF65-F5344CB8AC3E}">
        <p14:creationId xmlns:p14="http://schemas.microsoft.com/office/powerpoint/2010/main" val="427187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97E7-CDC4-491E-B123-9B51288F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6ED39-4317-4F55-8003-2D3059F9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Blind</a:t>
            </a:r>
            <a:r>
              <a:rPr lang="ko-KR" altLang="en-US" dirty="0"/>
              <a:t> </a:t>
            </a:r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A9907-FD90-4D06-AEC5-16C6A702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621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6ED64-1A09-43D3-856F-25C06B76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Blind</a:t>
            </a:r>
            <a:r>
              <a:rPr lang="ko-KR" altLang="en-US" dirty="0"/>
              <a:t> </a:t>
            </a:r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896A39-C356-4C76-9E3A-3A506225F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Application</a:t>
            </a:r>
            <a:r>
              <a:rPr lang="ko-KR" altLang="en-US" dirty="0"/>
              <a:t>에서 </a:t>
            </a:r>
            <a:r>
              <a:rPr lang="en-US" altLang="ko-KR" dirty="0"/>
              <a:t>SQL injection</a:t>
            </a:r>
            <a:r>
              <a:rPr lang="ko-KR" altLang="en-US" dirty="0"/>
              <a:t>이 발생하지만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en-US" altLang="ko-KR" dirty="0"/>
              <a:t>HTTP Response</a:t>
            </a:r>
            <a:r>
              <a:rPr lang="ko-KR" altLang="en-US" dirty="0"/>
              <a:t>에 관련 결과 또는 오류 정보가 포함되어 있지 않은 경우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Blind SQL Injection </a:t>
            </a:r>
            <a:r>
              <a:rPr lang="ko-KR" altLang="en-US" dirty="0"/>
              <a:t>취약점의 경우에는 </a:t>
            </a:r>
            <a:r>
              <a:rPr lang="en-US" altLang="ko-KR" dirty="0"/>
              <a:t>UNION attack</a:t>
            </a:r>
            <a:r>
              <a:rPr lang="ko-KR" altLang="en-US" dirty="0"/>
              <a:t>과 같은 결과를 봐야하는 방법은 효과적이지 않음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다른 기술을 사용해야함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C611E-D4B2-4F63-B4F8-200D01E1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654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85A1D-7970-45DD-9450-7C1B5C43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conditional responses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A3FF0-BD4A-4444-A3E5-3389B807D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쿠키를 사용하는 </a:t>
            </a:r>
            <a:r>
              <a:rPr lang="en-US" altLang="ko-KR" dirty="0"/>
              <a:t>analytics </a:t>
            </a:r>
            <a:r>
              <a:rPr lang="ko-KR" altLang="en-US" dirty="0"/>
              <a:t>프로그램을 생각해보자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TrackingId</a:t>
            </a:r>
            <a:r>
              <a:rPr lang="en-US" altLang="ko-KR" dirty="0"/>
              <a:t> </a:t>
            </a:r>
            <a:r>
              <a:rPr lang="ko-KR" altLang="en-US" dirty="0"/>
              <a:t>쿠키가 포함된 요청이 처리되면</a:t>
            </a:r>
            <a:r>
              <a:rPr lang="en-US" altLang="ko-KR" dirty="0"/>
              <a:t>, application</a:t>
            </a:r>
            <a:r>
              <a:rPr lang="ko-KR" altLang="en-US" dirty="0"/>
              <a:t>은 다음과 같은 쿼리를 사용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해당 쿼리는 취약하지만</a:t>
            </a:r>
            <a:r>
              <a:rPr lang="en-US" altLang="ko-KR" dirty="0"/>
              <a:t>, </a:t>
            </a:r>
            <a:r>
              <a:rPr lang="ko-KR" altLang="en-US" dirty="0"/>
              <a:t>결과가 사용자에게 반환되지 않음</a:t>
            </a:r>
            <a:r>
              <a:rPr lang="en-US" altLang="ko-KR" dirty="0"/>
              <a:t>.</a:t>
            </a: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 Sans"/>
              </a:rPr>
              <a:t>그러나 쿼리가 데이터를 반환하는지 여부에 따라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"/>
              </a:rPr>
              <a:t>응용 프로그램이 다르게 동작</a:t>
            </a:r>
            <a:endParaRPr lang="en-US" altLang="ko-KR" b="1" i="0" dirty="0">
              <a:solidFill>
                <a:srgbClr val="000000"/>
              </a:solidFill>
              <a:effectLst/>
              <a:latin typeface="Noto Sans"/>
            </a:endParaRPr>
          </a:p>
          <a:p>
            <a:pPr lvl="1"/>
            <a:r>
              <a:rPr lang="ko-KR" altLang="en-US" b="1" dirty="0">
                <a:solidFill>
                  <a:srgbClr val="000000"/>
                </a:solidFill>
                <a:latin typeface="Noto Sans"/>
              </a:rPr>
              <a:t>참인지 거짓인지 여부에 따라 다른 응답을 활용</a:t>
            </a:r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4DF354-51F3-419A-98BB-1ED048141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AB3BEE-2F83-4D85-A002-5C820402E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390" y="2220766"/>
            <a:ext cx="5077534" cy="409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04594E-3C49-4D98-92E2-2661EF0BD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390" y="3201896"/>
            <a:ext cx="7097115" cy="6858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030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D0135-3F32-49E5-8A95-CEA6B2FE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conditional responses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F71831-82A7-49C0-9E9B-AFA4D711B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인식되는 </a:t>
            </a:r>
            <a:r>
              <a:rPr lang="en-US" altLang="ko-KR" dirty="0" err="1"/>
              <a:t>TrackingId</a:t>
            </a:r>
            <a:r>
              <a:rPr lang="ko-KR" altLang="en-US" dirty="0"/>
              <a:t>가 제출되어</a:t>
            </a:r>
            <a:r>
              <a:rPr lang="en-US" altLang="ko-KR" dirty="0"/>
              <a:t>, </a:t>
            </a:r>
            <a:r>
              <a:rPr lang="ko-KR" altLang="en-US" dirty="0"/>
              <a:t>쿼리 결과가 반환되면 페이지 내에 </a:t>
            </a:r>
            <a:r>
              <a:rPr lang="en-US" altLang="ko-KR" dirty="0"/>
              <a:t>“</a:t>
            </a:r>
            <a:r>
              <a:rPr lang="en-US" altLang="ko-KR" b="1" dirty="0"/>
              <a:t>Welcome Back”</a:t>
            </a:r>
            <a:r>
              <a:rPr lang="en-US" altLang="ko-KR" dirty="0"/>
              <a:t> </a:t>
            </a:r>
            <a:r>
              <a:rPr lang="ko-KR" altLang="en-US" dirty="0"/>
              <a:t>메시지가 표시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쿼리 결과가 반환되지 않으면 다른 응답을 보임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이러한 동작은 조건을 통해 다른 응답을 발생시켜 정보를 검색할 수 있음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 번째 </a:t>
            </a:r>
            <a:r>
              <a:rPr lang="en-US" altLang="ko-KR" dirty="0"/>
              <a:t>payload</a:t>
            </a:r>
            <a:r>
              <a:rPr lang="ko-KR" altLang="en-US" dirty="0"/>
              <a:t>는 쿼리 결과를 반환하게 함</a:t>
            </a:r>
            <a:r>
              <a:rPr lang="en-US" altLang="ko-KR" dirty="0"/>
              <a:t>!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4674EA-DFAC-4E53-8729-BE2CA1AD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E94DD-962F-4F28-83DB-0143B9C15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35" y="3819403"/>
            <a:ext cx="4137570" cy="1361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267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95DE6-4CBD-405E-ACE6-F7239BD8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conditional responses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9EBC2-27E5-4612-B4F5-ADCB9A341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-US" altLang="ko-KR" b="1" dirty="0"/>
              <a:t>Username</a:t>
            </a:r>
            <a:r>
              <a:rPr lang="ko-KR" altLang="en-US" dirty="0"/>
              <a:t>과 </a:t>
            </a:r>
            <a:r>
              <a:rPr lang="en-US" altLang="ko-KR" b="1" dirty="0"/>
              <a:t>Password</a:t>
            </a:r>
            <a:r>
              <a:rPr lang="en-US" altLang="ko-KR" dirty="0"/>
              <a:t> </a:t>
            </a:r>
            <a:r>
              <a:rPr lang="ko-KR" altLang="en-US" dirty="0"/>
              <a:t>칼럼을 가지는 </a:t>
            </a:r>
            <a:r>
              <a:rPr lang="en-US" altLang="ko-KR" b="1" dirty="0"/>
              <a:t>Users </a:t>
            </a:r>
            <a:r>
              <a:rPr lang="ko-KR" altLang="en-US" b="1" dirty="0"/>
              <a:t>테이블</a:t>
            </a:r>
            <a:r>
              <a:rPr lang="ko-KR" altLang="en-US" dirty="0"/>
              <a:t>이 있고</a:t>
            </a:r>
            <a:r>
              <a:rPr lang="en-US" altLang="ko-KR" dirty="0"/>
              <a:t>, Username</a:t>
            </a:r>
            <a:r>
              <a:rPr lang="ko-KR" altLang="en-US" dirty="0"/>
              <a:t>이 </a:t>
            </a:r>
            <a:r>
              <a:rPr lang="en-US" altLang="ko-KR" b="1" dirty="0"/>
              <a:t>Administrator</a:t>
            </a:r>
            <a:r>
              <a:rPr lang="en-US" altLang="ko-KR" dirty="0"/>
              <a:t> </a:t>
            </a:r>
            <a:r>
              <a:rPr lang="ko-KR" altLang="en-US" dirty="0"/>
              <a:t>일 때를 생각해보자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 번에 한 </a:t>
            </a:r>
            <a:r>
              <a:rPr lang="ko-KR" altLang="en-US" dirty="0" err="1"/>
              <a:t>글자씩</a:t>
            </a:r>
            <a:r>
              <a:rPr lang="en-US" altLang="ko-KR" dirty="0"/>
              <a:t> Password</a:t>
            </a:r>
            <a:r>
              <a:rPr lang="ko-KR" altLang="en-US" dirty="0"/>
              <a:t>를 테스트하기 위해 일련의 </a:t>
            </a:r>
            <a:r>
              <a:rPr lang="en-US" altLang="ko-KR" dirty="0"/>
              <a:t>payload</a:t>
            </a:r>
            <a:r>
              <a:rPr lang="ko-KR" altLang="en-US" dirty="0"/>
              <a:t>를 전송하여 체계적으로 확인할 수 있음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이와 같이 조건부 </a:t>
            </a:r>
            <a:r>
              <a:rPr lang="en-US" altLang="ko-KR" dirty="0"/>
              <a:t>payload</a:t>
            </a:r>
            <a:r>
              <a:rPr lang="ko-KR" altLang="en-US" dirty="0"/>
              <a:t>를 통해 한 </a:t>
            </a:r>
            <a:r>
              <a:rPr lang="ko-KR" altLang="en-US" dirty="0" err="1"/>
              <a:t>글자씩</a:t>
            </a:r>
            <a:r>
              <a:rPr lang="ko-KR" altLang="en-US" dirty="0"/>
              <a:t> 비교할 수 있음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14CEA8-FDE3-4BBE-B65A-FC2BDEB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165B98-25E0-47D8-A442-37BEB651C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3819403"/>
            <a:ext cx="8202170" cy="6382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6593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95DE6-4CBD-405E-ACE6-F7239BD8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conditional responses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9EBC2-27E5-4612-B4F5-ADCB9A341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해당 </a:t>
            </a:r>
            <a:r>
              <a:rPr lang="en-US" altLang="ko-KR" dirty="0"/>
              <a:t>payload</a:t>
            </a:r>
            <a:r>
              <a:rPr lang="ko-KR" altLang="en-US" dirty="0"/>
              <a:t>는 </a:t>
            </a:r>
            <a:r>
              <a:rPr lang="en-US" altLang="ko-KR" dirty="0"/>
              <a:t>Administrator</a:t>
            </a:r>
            <a:r>
              <a:rPr lang="ko-KR" altLang="en-US" dirty="0"/>
              <a:t>의 </a:t>
            </a:r>
            <a:r>
              <a:rPr lang="en-US" altLang="ko-KR" dirty="0"/>
              <a:t>password</a:t>
            </a:r>
            <a:r>
              <a:rPr lang="ko-KR" altLang="en-US" dirty="0"/>
              <a:t>의 </a:t>
            </a:r>
            <a:r>
              <a:rPr lang="ko-KR" altLang="en-US" b="1" dirty="0"/>
              <a:t>첫 글자가 </a:t>
            </a:r>
            <a:r>
              <a:rPr lang="en-US" altLang="ko-KR" b="1" dirty="0"/>
              <a:t>m</a:t>
            </a:r>
            <a:r>
              <a:rPr lang="ko-KR" altLang="en-US" b="1" dirty="0"/>
              <a:t>보다 크다는 것</a:t>
            </a:r>
            <a:r>
              <a:rPr lang="ko-KR" altLang="en-US" dirty="0"/>
              <a:t>을 나타냄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실제로 </a:t>
            </a:r>
            <a:r>
              <a:rPr lang="en-US" altLang="ko-KR" dirty="0"/>
              <a:t>m</a:t>
            </a:r>
            <a:r>
              <a:rPr lang="ko-KR" altLang="en-US" dirty="0"/>
              <a:t>보다 크다면</a:t>
            </a:r>
            <a:r>
              <a:rPr lang="en-US" altLang="ko-KR" dirty="0"/>
              <a:t>, “</a:t>
            </a:r>
            <a:r>
              <a:rPr lang="en-US" altLang="ko-KR" b="1" dirty="0"/>
              <a:t>Welcome back</a:t>
            </a:r>
            <a:r>
              <a:rPr lang="en-US" altLang="ko-KR" dirty="0"/>
              <a:t>” </a:t>
            </a:r>
            <a:r>
              <a:rPr lang="ko-KR" altLang="en-US" dirty="0"/>
              <a:t>메시지가 </a:t>
            </a:r>
            <a:r>
              <a:rPr lang="en-US" altLang="ko-KR" dirty="0"/>
              <a:t>Response</a:t>
            </a:r>
            <a:r>
              <a:rPr lang="ko-KR" altLang="en-US" dirty="0"/>
              <a:t>로 반환됨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/>
              <a:t>Welcome</a:t>
            </a:r>
            <a:r>
              <a:rPr lang="ko-KR" altLang="en-US" b="1" dirty="0"/>
              <a:t> </a:t>
            </a:r>
            <a:r>
              <a:rPr lang="en-US" altLang="ko-KR" b="1" dirty="0"/>
              <a:t>back</a:t>
            </a:r>
            <a:r>
              <a:rPr lang="ko-KR" altLang="en-US" b="1" dirty="0"/>
              <a:t> </a:t>
            </a:r>
            <a:r>
              <a:rPr lang="ko-KR" altLang="en-US" dirty="0"/>
              <a:t>이 반환되었다면</a:t>
            </a:r>
            <a:r>
              <a:rPr lang="en-US" altLang="ko-KR" dirty="0"/>
              <a:t>, </a:t>
            </a:r>
            <a:r>
              <a:rPr lang="ko-KR" altLang="en-US" dirty="0"/>
              <a:t>다음과 같은 </a:t>
            </a:r>
            <a:r>
              <a:rPr lang="en-US" altLang="ko-KR" dirty="0"/>
              <a:t>payload</a:t>
            </a:r>
            <a:r>
              <a:rPr lang="ko-KR" altLang="en-US" dirty="0"/>
              <a:t>를 또 보냄</a:t>
            </a:r>
            <a:r>
              <a:rPr lang="en-US" altLang="ko-KR" dirty="0"/>
              <a:t>. (</a:t>
            </a:r>
            <a:r>
              <a:rPr lang="ko-KR" altLang="en-US" dirty="0"/>
              <a:t>이분 탐색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t</a:t>
            </a:r>
            <a:r>
              <a:rPr lang="ko-KR" altLang="en-US" b="1" dirty="0"/>
              <a:t>보다 크지 않다면</a:t>
            </a:r>
            <a:r>
              <a:rPr lang="en-US" altLang="ko-KR" dirty="0"/>
              <a:t>, “Welcome back” </a:t>
            </a:r>
            <a:r>
              <a:rPr lang="ko-KR" altLang="en-US" dirty="0"/>
              <a:t>메시지를 반환하지 않음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14CEA8-FDE3-4BBE-B65A-FC2BDEB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D98B08-EC41-455E-8D1C-CC2E2FE71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2546415"/>
            <a:ext cx="8202170" cy="6382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4D36F8-0BA4-41B6-A254-E8C4665A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0" y="4057841"/>
            <a:ext cx="8278380" cy="647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4424019-3383-4235-8A8F-F00E9F403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188" y="3558793"/>
            <a:ext cx="2600688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4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95DE6-4CBD-405E-ACE6-F7239BD8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conditional responses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9EBC2-27E5-4612-B4F5-ADCB9A341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입력을 또 보내</a:t>
            </a:r>
            <a:r>
              <a:rPr lang="en-US" altLang="ko-KR" dirty="0"/>
              <a:t>, “Welcome back” </a:t>
            </a:r>
            <a:r>
              <a:rPr lang="ko-KR" altLang="en-US" dirty="0"/>
              <a:t>메시지를 반환하는 </a:t>
            </a:r>
            <a:r>
              <a:rPr lang="en-US" altLang="ko-KR" dirty="0"/>
              <a:t>Password </a:t>
            </a:r>
            <a:r>
              <a:rPr lang="ko-KR" altLang="en-US" dirty="0"/>
              <a:t>의 첫 번째 문자를 알아냄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과정을 반복하여</a:t>
            </a:r>
            <a:r>
              <a:rPr lang="en-US" altLang="ko-KR" dirty="0"/>
              <a:t>, Administrator</a:t>
            </a:r>
            <a:r>
              <a:rPr lang="ko-KR" altLang="en-US" dirty="0"/>
              <a:t>의 전체 암호를 알아낼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일부 데이터베이스에서는 </a:t>
            </a:r>
            <a:r>
              <a:rPr lang="en-US" altLang="ko-KR" dirty="0"/>
              <a:t>SUBSTRING </a:t>
            </a:r>
            <a:r>
              <a:rPr lang="ko-KR" altLang="en-US" dirty="0"/>
              <a:t>함수를 </a:t>
            </a:r>
            <a:r>
              <a:rPr lang="en-US" altLang="ko-KR" dirty="0"/>
              <a:t>SUBSTR</a:t>
            </a:r>
            <a:r>
              <a:rPr lang="ko-KR" altLang="en-US" dirty="0"/>
              <a:t>로 쓰이기도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14CEA8-FDE3-4BBE-B65A-FC2BDEB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D7C1F6-3B00-498B-BDF2-25F3154D7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20" y="2587668"/>
            <a:ext cx="8306959" cy="714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6692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5A55C-40F6-4C92-8F69-F1DC4887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conditional responses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178C25-45AD-45F0-91DA-B0BFFB09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5DBFC1-04C2-4D8A-85AB-7851D5FF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6" name="그림 5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20D05EB7-CA49-4B87-81E9-D70ED7B8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81" y="2341549"/>
            <a:ext cx="5856437" cy="21749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6021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3B100-0CA4-4816-ABAA-8010A312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conditional responses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EB1118-E5F9-40D0-B730-12086E049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</a:t>
            </a:r>
            <a:r>
              <a:rPr lang="en-US" altLang="ko-KR" dirty="0" err="1"/>
              <a:t>sql</a:t>
            </a:r>
            <a:r>
              <a:rPr lang="en-US" altLang="ko-KR" dirty="0"/>
              <a:t>-injection/blind/lab-conditional-responses)</a:t>
            </a:r>
          </a:p>
          <a:p>
            <a:pPr lvl="1"/>
            <a:r>
              <a:rPr lang="en-US" altLang="ko-KR" dirty="0"/>
              <a:t>Tracking cookie </a:t>
            </a:r>
            <a:r>
              <a:rPr lang="ko-KR" altLang="en-US" dirty="0"/>
              <a:t>값으로 </a:t>
            </a:r>
            <a:r>
              <a:rPr lang="en-US" altLang="ko-KR" dirty="0"/>
              <a:t>SQL Injection</a:t>
            </a:r>
            <a:r>
              <a:rPr lang="ko-KR" altLang="en-US" dirty="0"/>
              <a:t>이 가능함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SQL query</a:t>
            </a:r>
            <a:r>
              <a:rPr lang="ko-KR" altLang="en-US" dirty="0"/>
              <a:t>가 참을 반환하면 </a:t>
            </a:r>
            <a:r>
              <a:rPr lang="en-US" altLang="ko-KR" dirty="0"/>
              <a:t>“Welcome back” </a:t>
            </a:r>
            <a:r>
              <a:rPr lang="ko-KR" altLang="en-US" dirty="0"/>
              <a:t>메시지를 </a:t>
            </a:r>
            <a:r>
              <a:rPr lang="en-US" altLang="ko-KR" dirty="0" err="1"/>
              <a:t>respons</a:t>
            </a:r>
            <a:r>
              <a:rPr lang="ko-KR" altLang="en-US" dirty="0"/>
              <a:t>로 반환함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username, password</a:t>
            </a:r>
            <a:r>
              <a:rPr lang="en-US" altLang="ko-KR" dirty="0"/>
              <a:t> </a:t>
            </a:r>
            <a:r>
              <a:rPr lang="ko-KR" altLang="en-US" dirty="0"/>
              <a:t>라는 칼럼을 가진 </a:t>
            </a:r>
            <a:r>
              <a:rPr lang="en-US" altLang="ko-KR" b="1" dirty="0"/>
              <a:t>users</a:t>
            </a:r>
            <a:r>
              <a:rPr lang="ko-KR" altLang="en-US" dirty="0"/>
              <a:t>라는 다른 테이블이 존재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administrator</a:t>
            </a:r>
            <a:r>
              <a:rPr lang="ko-KR" altLang="en-US" dirty="0"/>
              <a:t>로 로그인</a:t>
            </a:r>
            <a:endParaRPr lang="en-US" altLang="ko-KR" dirty="0"/>
          </a:p>
          <a:p>
            <a:pPr lvl="1"/>
            <a:r>
              <a:rPr lang="en-US" altLang="ko-KR" dirty="0"/>
              <a:t>SUBSTRING </a:t>
            </a:r>
            <a:r>
              <a:rPr lang="ko-KR" altLang="en-US" dirty="0"/>
              <a:t>이용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https://portswigger.net/web-security/sql-injection/blind/lab-conditional-responses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882CAA-383D-4B6A-8763-B84C7769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0955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32E031-6EAF-4668-B45E-CE45109DE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conditional responses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427F29-8E02-4C91-93BE-B86132948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https://pastebin.com/XS9L8ERs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F15887-A1FD-4068-B0A4-2EADB832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633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5B807-AB34-4472-B454-2FD9B8A8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Inducing conditional responses by triggering SQL errors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ADBCA-3810-4D1D-A347-8687CACC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 실습에서는 </a:t>
            </a:r>
            <a:r>
              <a:rPr lang="en-US" altLang="ko-KR" dirty="0"/>
              <a:t>SQL query</a:t>
            </a:r>
            <a:r>
              <a:rPr lang="ko-KR" altLang="en-US" dirty="0"/>
              <a:t>가 어떤 값을 반환하는지 참</a:t>
            </a:r>
            <a:r>
              <a:rPr lang="en-US" altLang="ko-KR" dirty="0"/>
              <a:t>/</a:t>
            </a:r>
            <a:r>
              <a:rPr lang="ko-KR" altLang="en-US" dirty="0"/>
              <a:t>거짓 여부에 따라 </a:t>
            </a:r>
            <a:r>
              <a:rPr lang="en-US" altLang="ko-KR" dirty="0"/>
              <a:t>Response</a:t>
            </a:r>
            <a:r>
              <a:rPr lang="ko-KR" altLang="en-US" dirty="0"/>
              <a:t>가 달랐음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이번 예제에서는</a:t>
            </a:r>
            <a:r>
              <a:rPr lang="en-US" altLang="ko-KR" dirty="0"/>
              <a:t>, query</a:t>
            </a:r>
            <a:r>
              <a:rPr lang="ko-KR" altLang="en-US" dirty="0"/>
              <a:t>문이 참이든 거짓이든</a:t>
            </a:r>
            <a:r>
              <a:rPr lang="en-US" altLang="ko-KR" dirty="0"/>
              <a:t> response</a:t>
            </a:r>
            <a:r>
              <a:rPr lang="ko-KR" altLang="en-US" dirty="0"/>
              <a:t>의 아무런 차이가 없음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이 경우 조건부로 </a:t>
            </a:r>
            <a:r>
              <a:rPr lang="en-US" altLang="ko-KR" dirty="0"/>
              <a:t>SQL error</a:t>
            </a:r>
            <a:r>
              <a:rPr lang="ko-KR" altLang="en-US" dirty="0"/>
              <a:t>를 발생시켜</a:t>
            </a:r>
            <a:r>
              <a:rPr lang="en-US" altLang="ko-KR" dirty="0"/>
              <a:t>, </a:t>
            </a:r>
            <a:r>
              <a:rPr lang="ko-KR" altLang="en-US" dirty="0"/>
              <a:t>조건부 응답을 반환하도록 유도하는 </a:t>
            </a:r>
            <a:r>
              <a:rPr lang="en-US" altLang="ko-KR" dirty="0"/>
              <a:t>Error based SQL injection</a:t>
            </a:r>
            <a:r>
              <a:rPr lang="ko-KR" altLang="en-US" dirty="0"/>
              <a:t>이 가능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3DECF-5789-4BA0-9EE2-EBB727F1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25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5B807-AB34-4472-B454-2FD9B8A8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Inducing conditional responses by triggering SQL errors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ADBCA-3810-4D1D-A347-8687CACC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조건이 참이면 </a:t>
            </a:r>
            <a:r>
              <a:rPr lang="en-US" altLang="ko-KR" dirty="0"/>
              <a:t>Database </a:t>
            </a:r>
            <a:r>
              <a:rPr lang="ko-KR" altLang="en-US" dirty="0"/>
              <a:t>오류가 발생하지만</a:t>
            </a:r>
            <a:r>
              <a:rPr lang="en-US" altLang="ko-KR" dirty="0"/>
              <a:t>, </a:t>
            </a:r>
            <a:r>
              <a:rPr lang="ko-KR" altLang="en-US" dirty="0"/>
              <a:t>조건이 거짓이면 오류가 발생하지 않도록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Database</a:t>
            </a:r>
            <a:r>
              <a:rPr lang="ko-KR" altLang="en-US" dirty="0"/>
              <a:t>에서 처리되지 않는 오류가 발생하면 </a:t>
            </a:r>
            <a:r>
              <a:rPr lang="en-US" altLang="ko-KR" dirty="0"/>
              <a:t>application</a:t>
            </a:r>
            <a:r>
              <a:rPr lang="ko-KR" altLang="en-US" dirty="0"/>
              <a:t>의 </a:t>
            </a:r>
            <a:r>
              <a:rPr lang="en-US" altLang="ko-KR" dirty="0"/>
              <a:t>Response</a:t>
            </a:r>
            <a:r>
              <a:rPr lang="ko-KR" altLang="en-US" dirty="0"/>
              <a:t>에 약간의 차이</a:t>
            </a:r>
            <a:r>
              <a:rPr lang="en-US" altLang="ko-KR" dirty="0"/>
              <a:t>(Error message)</a:t>
            </a:r>
            <a:r>
              <a:rPr lang="ko-KR" altLang="en-US" dirty="0"/>
              <a:t>가 발생하여 진실을 추론할 수 있는 경우가 많음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3DECF-5789-4BA0-9EE2-EBB727F1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02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5B807-AB34-4472-B454-2FD9B8A8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Inducing conditional responses by triggering SQL errors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ADBCA-3810-4D1D-A347-8687CACC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 err="1"/>
              <a:t>아까와</a:t>
            </a:r>
            <a:r>
              <a:rPr lang="ko-KR" altLang="en-US" dirty="0"/>
              <a:t> 마찬가지로</a:t>
            </a:r>
            <a:r>
              <a:rPr lang="en-US" altLang="ko-KR" dirty="0"/>
              <a:t>, </a:t>
            </a:r>
            <a:r>
              <a:rPr lang="en-US" altLang="ko-KR" dirty="0" err="1"/>
              <a:t>TrackingId</a:t>
            </a:r>
            <a:r>
              <a:rPr lang="ko-KR" altLang="en-US" dirty="0"/>
              <a:t>에 다음과 같은 </a:t>
            </a:r>
            <a:r>
              <a:rPr lang="en-US" altLang="ko-KR" dirty="0"/>
              <a:t>payload</a:t>
            </a:r>
            <a:r>
              <a:rPr lang="ko-KR" altLang="en-US" dirty="0"/>
              <a:t>를 전송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CASE </a:t>
            </a:r>
            <a:r>
              <a:rPr lang="ko-KR" altLang="en-US" dirty="0"/>
              <a:t>키워드를 사용하여 조건을 테스트하고 식이 참인지 여부에 따라 다른 식을 반환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 번째 입력에서</a:t>
            </a:r>
            <a:r>
              <a:rPr lang="en-US" altLang="ko-KR" dirty="0"/>
              <a:t>, CASE </a:t>
            </a:r>
            <a:r>
              <a:rPr lang="ko-KR" altLang="en-US" dirty="0"/>
              <a:t>식은 </a:t>
            </a:r>
            <a:r>
              <a:rPr lang="en-US" altLang="ko-KR" dirty="0"/>
              <a:t>‘a’</a:t>
            </a:r>
            <a:r>
              <a:rPr lang="ko-KR" altLang="en-US" dirty="0"/>
              <a:t>로 평가되며</a:t>
            </a:r>
            <a:r>
              <a:rPr lang="en-US" altLang="ko-KR" dirty="0"/>
              <a:t>, </a:t>
            </a:r>
            <a:r>
              <a:rPr lang="ko-KR" altLang="en-US" dirty="0"/>
              <a:t>이 경우 오류가 발생하지 않음</a:t>
            </a:r>
            <a:endParaRPr lang="en-US" altLang="ko-KR" dirty="0"/>
          </a:p>
          <a:p>
            <a:r>
              <a:rPr lang="ko-KR" altLang="en-US" dirty="0"/>
              <a:t>두 번째 입력에서</a:t>
            </a:r>
            <a:r>
              <a:rPr lang="en-US" altLang="ko-KR" dirty="0"/>
              <a:t>, CASE </a:t>
            </a:r>
            <a:r>
              <a:rPr lang="ko-KR" altLang="en-US" dirty="0"/>
              <a:t>식은 </a:t>
            </a:r>
            <a:r>
              <a:rPr lang="en-US" altLang="ko-KR" dirty="0"/>
              <a:t>1/0</a:t>
            </a:r>
            <a:r>
              <a:rPr lang="ko-KR" altLang="en-US" dirty="0"/>
              <a:t>으로 평가되며</a:t>
            </a:r>
            <a:r>
              <a:rPr lang="en-US" altLang="ko-KR" dirty="0"/>
              <a:t>, </a:t>
            </a:r>
            <a:r>
              <a:rPr lang="ko-KR" altLang="en-US" dirty="0"/>
              <a:t>이 값은 </a:t>
            </a:r>
            <a:r>
              <a:rPr lang="en-US" altLang="ko-KR" dirty="0"/>
              <a:t>divide-by-zero error</a:t>
            </a:r>
            <a:r>
              <a:rPr lang="ko-KR" altLang="en-US" dirty="0"/>
              <a:t>가 발생함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오류가</a:t>
            </a:r>
            <a:r>
              <a:rPr lang="en-US" altLang="ko-KR" dirty="0"/>
              <a:t>, application</a:t>
            </a:r>
            <a:r>
              <a:rPr lang="ko-KR" altLang="en-US" dirty="0"/>
              <a:t>의 </a:t>
            </a:r>
            <a:r>
              <a:rPr lang="en-US" altLang="ko-KR" dirty="0"/>
              <a:t>HTTP </a:t>
            </a:r>
            <a:r>
              <a:rPr lang="ko-KR" altLang="en-US" dirty="0"/>
              <a:t>응답에 약간의 차이를 일으킨다면</a:t>
            </a:r>
            <a:r>
              <a:rPr lang="en-US" altLang="ko-KR" dirty="0"/>
              <a:t>, </a:t>
            </a:r>
            <a:r>
              <a:rPr lang="ko-KR" altLang="en-US" dirty="0"/>
              <a:t>값을 추론할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3DECF-5789-4BA0-9EE2-EBB727F1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5EC409-59A4-4F8B-8B88-169DFBF61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170" y="2361596"/>
            <a:ext cx="9479660" cy="7850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5154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5B807-AB34-4472-B454-2FD9B8A8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Inducing conditional responses by triggering SQL errors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ADBCA-3810-4D1D-A347-8687CACC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기술을 사용하여</a:t>
            </a:r>
            <a:r>
              <a:rPr lang="en-US" altLang="ko-KR" dirty="0"/>
              <a:t>, </a:t>
            </a:r>
            <a:r>
              <a:rPr lang="ko-KR" altLang="en-US" dirty="0"/>
              <a:t>한 번에 하나의 문자를 체계적으로 테스트하여</a:t>
            </a:r>
            <a:r>
              <a:rPr lang="en-US" altLang="ko-KR" dirty="0"/>
              <a:t> </a:t>
            </a:r>
            <a:r>
              <a:rPr lang="ko-KR" altLang="en-US" dirty="0"/>
              <a:t>데이터를 검색할 수 있음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3DECF-5789-4BA0-9EE2-EBB727F1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BA5998-AA4F-4BEC-A281-5DB140397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62" y="2740641"/>
            <a:ext cx="11388110" cy="6883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1117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5B807-AB34-4472-B454-2FD9B8A8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Inducing conditional responses by triggering SQL errors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B3404CE-C900-4770-916D-99C32A86E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397411"/>
            <a:ext cx="10058400" cy="2844228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3DECF-5789-4BA0-9EE2-EBB727F1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451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5B807-AB34-4472-B454-2FD9B8A8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Inducing conditional responses by triggering SQL errors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ADBCA-3810-4D1D-A347-8687CACC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</a:t>
            </a:r>
            <a:r>
              <a:rPr lang="en-US" altLang="ko-KR" dirty="0" err="1"/>
              <a:t>sql</a:t>
            </a:r>
            <a:r>
              <a:rPr lang="en-US" altLang="ko-KR" dirty="0"/>
              <a:t>-injection/blind/lab-conditional-errors)</a:t>
            </a:r>
          </a:p>
          <a:p>
            <a:pPr lvl="1"/>
            <a:r>
              <a:rPr lang="en-US" altLang="ko-KR" dirty="0"/>
              <a:t>oracle</a:t>
            </a:r>
          </a:p>
          <a:p>
            <a:pPr lvl="1"/>
            <a:r>
              <a:rPr lang="en-US" altLang="ko-KR" dirty="0"/>
              <a:t>username, password</a:t>
            </a:r>
            <a:r>
              <a:rPr lang="ko-KR" altLang="en-US" dirty="0"/>
              <a:t>라는 컬럼을 가진 </a:t>
            </a:r>
            <a:r>
              <a:rPr lang="en-US" altLang="ko-KR" dirty="0"/>
              <a:t>users </a:t>
            </a:r>
            <a:r>
              <a:rPr lang="ko-KR" altLang="en-US" dirty="0"/>
              <a:t>테이블이 존재</a:t>
            </a:r>
            <a:endParaRPr lang="en-US" altLang="ko-KR" dirty="0"/>
          </a:p>
          <a:p>
            <a:pPr lvl="1"/>
            <a:r>
              <a:rPr lang="en-US" altLang="ko-KR" dirty="0"/>
              <a:t>administrator </a:t>
            </a:r>
            <a:r>
              <a:rPr lang="ko-KR" altLang="en-US" dirty="0"/>
              <a:t>로 로그인</a:t>
            </a:r>
            <a:endParaRPr lang="en-US" altLang="ko-KR" dirty="0"/>
          </a:p>
          <a:p>
            <a:r>
              <a:rPr lang="en-US" altLang="ko-KR" dirty="0"/>
              <a:t>https://portswigger.net/web-security/sql-injection/blind/lab-conditional-errors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3DECF-5789-4BA0-9EE2-EBB727F1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5" name="내용 개체 틀 5">
            <a:extLst>
              <a:ext uri="{FF2B5EF4-FFF2-40B4-BE49-F238E27FC236}">
                <a16:creationId xmlns:a16="http://schemas.microsoft.com/office/drawing/2014/main" id="{3E1B8C43-535D-4C05-9DED-91ACE850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17" y="3727169"/>
            <a:ext cx="10058400" cy="28442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72AB6CC-570B-4161-9291-40239C295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197" y="1881682"/>
            <a:ext cx="4496427" cy="514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5176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3256A-D43A-415D-A9C4-AC91C260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Inducing conditional responses by triggering SQL errors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B62B72-369E-4B9A-979A-19F53191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https://pastebin.com/2htcWaAZ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E81F-C2F4-4BA6-96BD-2114D8F7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8846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B97C2-0383-4B73-AB77-D6309D45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05B43B-030E-40AF-A426-CF07B6B18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앞의 예제에서</a:t>
            </a:r>
            <a:r>
              <a:rPr lang="en-US" altLang="ko-KR" dirty="0"/>
              <a:t>, database </a:t>
            </a:r>
            <a:r>
              <a:rPr lang="ko-KR" altLang="en-US" dirty="0"/>
              <a:t>오류를 탐지하여 정상적으로 응답한다면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주입된 </a:t>
            </a:r>
            <a:r>
              <a:rPr lang="en-US" altLang="ko-KR" dirty="0"/>
              <a:t>query</a:t>
            </a:r>
            <a:r>
              <a:rPr lang="ko-KR" altLang="en-US" dirty="0"/>
              <a:t>가 실행될 때</a:t>
            </a:r>
            <a:r>
              <a:rPr lang="en-US" altLang="ko-KR" dirty="0"/>
              <a:t>, error</a:t>
            </a:r>
            <a:r>
              <a:rPr lang="ko-KR" altLang="en-US" dirty="0"/>
              <a:t>를 발생시켜도 응답에 차이가 없으므로 조건부 오류를 유도하는 이전 기술은 작동하지 않음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0AF97-0A03-4173-A3FB-4087B9E6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3601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BA126-180D-45FB-BAED-BBE1B0C9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9E908-AF47-4AFB-B7E5-A19B18745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이러한 경우</a:t>
            </a:r>
            <a:r>
              <a:rPr lang="en-US" altLang="ko-KR" dirty="0"/>
              <a:t>, </a:t>
            </a:r>
            <a:r>
              <a:rPr lang="ko-KR" altLang="en-US" dirty="0"/>
              <a:t>조건부로 시간 딜레이를 발생시키는 </a:t>
            </a:r>
            <a:r>
              <a:rPr lang="en-US" altLang="ko-KR" dirty="0"/>
              <a:t>Time based SQL Injection</a:t>
            </a:r>
            <a:r>
              <a:rPr lang="ko-KR" altLang="en-US" dirty="0"/>
              <a:t>을 이용할 수 있음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SQL query</a:t>
            </a:r>
            <a:r>
              <a:rPr lang="ko-KR" altLang="en-US" dirty="0"/>
              <a:t>는 일반적으로 </a:t>
            </a:r>
            <a:r>
              <a:rPr lang="en-US" altLang="ko-KR" dirty="0"/>
              <a:t>application</a:t>
            </a:r>
            <a:r>
              <a:rPr lang="ko-KR" altLang="en-US" dirty="0"/>
              <a:t>에서 동기적으로 처리되므로</a:t>
            </a:r>
            <a:r>
              <a:rPr lang="en-US" altLang="ko-KR" dirty="0"/>
              <a:t>, SQL query </a:t>
            </a:r>
            <a:r>
              <a:rPr lang="ko-KR" altLang="en-US" dirty="0"/>
              <a:t>실행을 지연하면 </a:t>
            </a:r>
            <a:r>
              <a:rPr lang="en-US" altLang="ko-KR" dirty="0"/>
              <a:t>HTTP response</a:t>
            </a:r>
            <a:r>
              <a:rPr lang="ko-KR" altLang="en-US" dirty="0"/>
              <a:t>도 지연됨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이를 통해 </a:t>
            </a:r>
            <a:r>
              <a:rPr lang="en-US" altLang="ko-KR" dirty="0"/>
              <a:t>HTTP response</a:t>
            </a:r>
            <a:r>
              <a:rPr lang="ko-KR" altLang="en-US" dirty="0"/>
              <a:t>가 수신되기 전까지 걸린 시간을 기준으로 참</a:t>
            </a:r>
            <a:r>
              <a:rPr lang="en-US" altLang="ko-KR" dirty="0"/>
              <a:t>/</a:t>
            </a:r>
            <a:r>
              <a:rPr lang="ko-KR" altLang="en-US" dirty="0"/>
              <a:t>거짓을 판별할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33BD2-7DC2-4925-8A29-E0D87517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1126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BA126-180D-45FB-BAED-BBE1B0C9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9E908-AF47-4AFB-B7E5-A19B18745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시간 지연을 발생시키는 방법은 </a:t>
            </a:r>
            <a:r>
              <a:rPr lang="en-US" altLang="ko-KR" dirty="0"/>
              <a:t>database </a:t>
            </a:r>
            <a:r>
              <a:rPr lang="ko-KR" altLang="en-US" dirty="0"/>
              <a:t>유형에 따라 매우 다름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MS SQL</a:t>
            </a:r>
            <a:r>
              <a:rPr lang="ko-KR" altLang="en-US" dirty="0"/>
              <a:t>은 다음과 같은 입력을 사용하여 조건을 테스트하고 식이 참인지 여부에 따라 지연을 발생시킬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 번째 입력은 </a:t>
            </a:r>
            <a:r>
              <a:rPr lang="en-US" altLang="ko-KR" dirty="0"/>
              <a:t>1=2</a:t>
            </a:r>
            <a:r>
              <a:rPr lang="ko-KR" altLang="en-US" dirty="0"/>
              <a:t>가 거짓이기 때문에 지연이 발생하지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 입력은 </a:t>
            </a:r>
            <a:r>
              <a:rPr lang="en-US" altLang="ko-KR" dirty="0"/>
              <a:t>1=1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참이기 때문에</a:t>
            </a:r>
            <a:r>
              <a:rPr lang="en-US" altLang="ko-KR" dirty="0"/>
              <a:t> 10</a:t>
            </a:r>
            <a:r>
              <a:rPr lang="ko-KR" altLang="en-US" dirty="0"/>
              <a:t>초의 지연을 발생시킴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33BD2-7DC2-4925-8A29-E0D87517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09F87C2-0DAB-4731-8617-1BA85E83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146" y="3429000"/>
            <a:ext cx="8233707" cy="121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1025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BA126-180D-45FB-BAED-BBE1B0C9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9E908-AF47-4AFB-B7E5-A19B18745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기술을 통해</a:t>
            </a:r>
            <a:r>
              <a:rPr lang="en-US" altLang="ko-KR" dirty="0"/>
              <a:t>, </a:t>
            </a:r>
            <a:r>
              <a:rPr lang="ko-KR" altLang="en-US" dirty="0"/>
              <a:t>이전과 같이 데이터를 검색할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33BD2-7DC2-4925-8A29-E0D87517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3280BA0-C28E-4315-863F-11EBAF139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2746464"/>
            <a:ext cx="10088383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0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77634-C631-487B-A0D8-CF7D602F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pic>
        <p:nvPicPr>
          <p:cNvPr id="6" name="내용 개체 틀 5" descr="텍스트이(가) 표시된 사진&#10;&#10;자동 생성된 설명">
            <a:extLst>
              <a:ext uri="{FF2B5EF4-FFF2-40B4-BE49-F238E27FC236}">
                <a16:creationId xmlns:a16="http://schemas.microsoft.com/office/drawing/2014/main" id="{CA8DF600-2A3A-4725-BD31-2F20D80D0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4265" y="1921126"/>
            <a:ext cx="5944430" cy="1752845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127DF-D203-4ADA-8B6F-8FE36F83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BB560CC2-EFBC-4BF1-906E-519F2A3B1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561" y="3804764"/>
            <a:ext cx="9812119" cy="24768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0246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BA126-180D-45FB-BAED-BBE1B0C9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9E908-AF47-4AFB-B7E5-A19B18745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</a:t>
            </a:r>
            <a:r>
              <a:rPr lang="en-US" altLang="ko-KR" dirty="0" err="1"/>
              <a:t>sql</a:t>
            </a:r>
            <a:r>
              <a:rPr lang="en-US" altLang="ko-KR" dirty="0"/>
              <a:t>-injection/blind/lab-time-delays)</a:t>
            </a:r>
          </a:p>
          <a:p>
            <a:pPr lvl="1"/>
            <a:r>
              <a:rPr lang="en-US" altLang="ko-KR" dirty="0"/>
              <a:t>10</a:t>
            </a:r>
            <a:r>
              <a:rPr lang="ko-KR" altLang="en-US" dirty="0"/>
              <a:t>초 지연을 발생시키면 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PostgreSQL</a:t>
            </a:r>
          </a:p>
          <a:p>
            <a:pPr lvl="1"/>
            <a:r>
              <a:rPr lang="en-US" altLang="ko-KR" dirty="0"/>
              <a:t>‘||</a:t>
            </a:r>
          </a:p>
          <a:p>
            <a:r>
              <a:rPr lang="en-US" altLang="ko-KR" dirty="0"/>
              <a:t>https://portswigger.net/web-security/sql-injection/blind/lab-time-delays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33BD2-7DC2-4925-8A29-E0D87517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9E12FB7A-7411-4210-BF2A-02CDD29AA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202" y="3819403"/>
            <a:ext cx="5944430" cy="17528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494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3526F-6783-4B60-A91D-D56845E3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1B2417-E305-4721-A640-6C1AD152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F5A98-A4DD-4723-B3A7-4784FCEBB115}"/>
              </a:ext>
            </a:extLst>
          </p:cNvPr>
          <p:cNvSpPr txBox="1"/>
          <p:nvPr/>
        </p:nvSpPr>
        <p:spPr>
          <a:xfrm>
            <a:off x="1174488" y="2258319"/>
            <a:ext cx="994185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import requests</a:t>
            </a:r>
          </a:p>
          <a:p>
            <a:endParaRPr lang="en-US" altLang="ko-KR" dirty="0"/>
          </a:p>
          <a:p>
            <a:r>
              <a:rPr lang="en-US" altLang="ko-KR" dirty="0" err="1"/>
              <a:t>url</a:t>
            </a:r>
            <a:r>
              <a:rPr lang="en-US" altLang="ko-KR" dirty="0"/>
              <a:t> = "https://ac4b1fb21f612e1b8000fdbd00f10083.web-security-academy.net/"</a:t>
            </a:r>
          </a:p>
          <a:p>
            <a:endParaRPr lang="en-US" altLang="ko-KR" dirty="0"/>
          </a:p>
          <a:p>
            <a:r>
              <a:rPr lang="en-US" altLang="ko-KR" dirty="0"/>
              <a:t>payload = "' UNION SELECT CAST(</a:t>
            </a:r>
            <a:r>
              <a:rPr lang="en-US" altLang="ko-KR" dirty="0" err="1"/>
              <a:t>pg_sleep</a:t>
            </a:r>
            <a:r>
              <a:rPr lang="en-US" altLang="ko-KR" dirty="0"/>
              <a:t>(10) AS VARCHAR)--"</a:t>
            </a:r>
          </a:p>
          <a:p>
            <a:r>
              <a:rPr lang="en-US" altLang="ko-KR" dirty="0"/>
              <a:t>print(</a:t>
            </a:r>
            <a:r>
              <a:rPr lang="en-US" altLang="ko-KR" dirty="0" err="1"/>
              <a:t>repr</a:t>
            </a:r>
            <a:r>
              <a:rPr lang="en-US" altLang="ko-KR" dirty="0"/>
              <a:t>(payload))</a:t>
            </a:r>
          </a:p>
          <a:p>
            <a:r>
              <a:rPr lang="en-US" altLang="ko-KR" dirty="0"/>
              <a:t>cookies = {'</a:t>
            </a:r>
            <a:r>
              <a:rPr lang="en-US" altLang="ko-KR" dirty="0" err="1"/>
              <a:t>TrackingId</a:t>
            </a:r>
            <a:r>
              <a:rPr lang="en-US" altLang="ko-KR" dirty="0"/>
              <a:t>':'</a:t>
            </a:r>
            <a:r>
              <a:rPr lang="en-US" altLang="ko-KR" dirty="0" err="1"/>
              <a:t>x'+payload</a:t>
            </a:r>
            <a:r>
              <a:rPr lang="en-US" altLang="ko-KR" dirty="0"/>
              <a:t>}</a:t>
            </a:r>
          </a:p>
          <a:p>
            <a:r>
              <a:rPr lang="en-US" altLang="ko-KR" dirty="0"/>
              <a:t>res = </a:t>
            </a:r>
            <a:r>
              <a:rPr lang="en-US" altLang="ko-KR" dirty="0" err="1"/>
              <a:t>requests.get</a:t>
            </a:r>
            <a:r>
              <a:rPr lang="en-US" altLang="ko-KR" dirty="0"/>
              <a:t>(</a:t>
            </a:r>
            <a:r>
              <a:rPr lang="en-US" altLang="ko-KR" dirty="0" err="1"/>
              <a:t>url</a:t>
            </a:r>
            <a:r>
              <a:rPr lang="en-US" altLang="ko-KR" dirty="0"/>
              <a:t>, cookies=cookies)</a:t>
            </a:r>
          </a:p>
          <a:p>
            <a:endParaRPr lang="en-US" altLang="ko-KR" dirty="0"/>
          </a:p>
          <a:p>
            <a:r>
              <a:rPr lang="en-US" altLang="ko-KR" dirty="0"/>
              <a:t>print(</a:t>
            </a:r>
            <a:r>
              <a:rPr lang="en-US" altLang="ko-KR" dirty="0" err="1"/>
              <a:t>res.text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9889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BA126-180D-45FB-BAED-BBE1B0C9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9E908-AF47-4AFB-B7E5-A19B18745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(</a:t>
            </a:r>
            <a:r>
              <a:rPr lang="en-US" altLang="ko-KR" dirty="0" err="1"/>
              <a:t>sql</a:t>
            </a:r>
            <a:r>
              <a:rPr lang="en-US" altLang="ko-KR" dirty="0"/>
              <a:t>-injection/blind/lab-time-delays-info-retrieval)</a:t>
            </a:r>
          </a:p>
          <a:p>
            <a:pPr lvl="1"/>
            <a:r>
              <a:rPr lang="en-US" altLang="ko-KR" dirty="0"/>
              <a:t>Time based SQL Injection</a:t>
            </a:r>
          </a:p>
          <a:p>
            <a:pPr lvl="1"/>
            <a:r>
              <a:rPr lang="en-US" altLang="ko-KR" dirty="0" err="1"/>
              <a:t>pg_sleep</a:t>
            </a:r>
            <a:endParaRPr lang="en-US" altLang="ko-KR" dirty="0"/>
          </a:p>
          <a:p>
            <a:r>
              <a:rPr lang="en-US" altLang="ko-KR" dirty="0"/>
              <a:t>https://portswigger.net/web-security/sql-injection/blind/lab-time-delays-info-retrieval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33BD2-7DC2-4925-8A29-E0D87517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C1212BF1-E2FB-4F6D-B21B-7D658F66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561" y="3804764"/>
            <a:ext cx="9812119" cy="24768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280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3E22B-4D5F-45EA-8660-C7489EFE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blind SQL injection by triggering time delays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63DE9B-07B9-4CB4-B134-DA3B4582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https://pastebin.com/UCPeES05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F8BBC-0539-4423-9D35-A623222F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7523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5F443-C52C-453A-AAF9-E7E12F82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SQL injection attacks?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F49D6F-E948-48E2-BEE3-12A389448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대부분의 </a:t>
            </a:r>
            <a:r>
              <a:rPr lang="en-US" altLang="ko-KR" dirty="0"/>
              <a:t>SQL Injection</a:t>
            </a:r>
            <a:r>
              <a:rPr lang="ko-KR" altLang="en-US" dirty="0"/>
              <a:t>은 문자열 연결 대신</a:t>
            </a:r>
            <a:r>
              <a:rPr lang="en-US" altLang="ko-KR" dirty="0"/>
              <a:t>, parameterized queries (aka prepared statements)</a:t>
            </a:r>
            <a:r>
              <a:rPr lang="ko-KR" altLang="en-US" dirty="0"/>
              <a:t>를 사용하여 방지할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취약한 예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FA614E-D3C5-4E3D-8F18-06882CFE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D779A6C3-5B78-424B-927F-9B9BB57D0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203" y="3429000"/>
            <a:ext cx="8688012" cy="1552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4561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EE79F-C650-4AA8-841E-C584C81D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SQL injection attacks?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BF8AB-F06E-4F71-B84E-D4925432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안전한 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INSERT, UPDATE, WHERE </a:t>
            </a:r>
            <a:r>
              <a:rPr lang="ko-KR" altLang="en-US" dirty="0"/>
              <a:t>절 등</a:t>
            </a:r>
            <a:r>
              <a:rPr lang="en-US" altLang="ko-KR" dirty="0"/>
              <a:t>, </a:t>
            </a:r>
            <a:r>
              <a:rPr lang="ko-KR" altLang="en-US" dirty="0"/>
              <a:t>모든 상황에 매개 </a:t>
            </a:r>
            <a:r>
              <a:rPr lang="en-US" altLang="ko-KR" dirty="0"/>
              <a:t>Parameterized query</a:t>
            </a:r>
            <a:r>
              <a:rPr lang="ko-KR" altLang="en-US" dirty="0"/>
              <a:t>들을 사용할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098937-F6E5-49A4-9C1B-E9F5558F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127082EF-BE30-41A0-8232-4778F8827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418" y="2294965"/>
            <a:ext cx="9139164" cy="16879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8445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0D1D3-54CA-4CA7-A7B9-5EE09988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B40E0-ED96-47D7-9BA6-8D818C570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dreamhack</a:t>
            </a:r>
            <a:r>
              <a:rPr lang="ko-KR" altLang="en-US" dirty="0"/>
              <a:t> </a:t>
            </a:r>
            <a:r>
              <a:rPr lang="en-US" altLang="ko-KR" dirty="0"/>
              <a:t>weblog-1</a:t>
            </a:r>
          </a:p>
          <a:p>
            <a:endParaRPr lang="en-US" altLang="ko-KR" dirty="0"/>
          </a:p>
          <a:p>
            <a:r>
              <a:rPr lang="ko-KR" altLang="en-US" dirty="0"/>
              <a:t>많이들 풀어오세요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17D91-52C7-4392-9026-85298B07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1133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FD90-D74B-49FD-8C0F-5D2F16BE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0CB5E-CAF8-4AA0-A746-026097999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lhm1024@korea.ac.kr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04BA85-AAE3-4318-B79D-A80CB0C1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66632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921F7-AC0E-4076-B33F-253833FB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0AF8D-523A-414F-8947-0DB0889B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lhm1024@korea.ac.kr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F4F4A-187C-4A91-B978-925A8F48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95642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2074</TotalTime>
  <Words>1125</Words>
  <Application>Microsoft Macintosh PowerPoint</Application>
  <PresentationFormat>와이드스크린</PresentationFormat>
  <Paragraphs>193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맑은 고딕</vt:lpstr>
      <vt:lpstr>a고딕11</vt:lpstr>
      <vt:lpstr>a고딕12</vt:lpstr>
      <vt:lpstr>a고딕13</vt:lpstr>
      <vt:lpstr>a고딕14</vt:lpstr>
      <vt:lpstr>a고딕15</vt:lpstr>
      <vt:lpstr>Calibri</vt:lpstr>
      <vt:lpstr>Calibri Light</vt:lpstr>
      <vt:lpstr>Noto Sans</vt:lpstr>
      <vt:lpstr>Wingdings</vt:lpstr>
      <vt:lpstr>추억</vt:lpstr>
      <vt:lpstr>Web Security 소수전공</vt:lpstr>
      <vt:lpstr>Today</vt:lpstr>
      <vt:lpstr>Blind SQL Injection</vt:lpstr>
      <vt:lpstr>Exploiting blind SQL injection by triggering conditional responses</vt:lpstr>
      <vt:lpstr>Exploiting blind SQL injection by triggering conditional responses</vt:lpstr>
      <vt:lpstr>Exploiting blind SQL injection by triggering conditional responses</vt:lpstr>
      <vt:lpstr>Exploiting blind SQL injection by triggering conditional responses</vt:lpstr>
      <vt:lpstr>Exploiting blind SQL injection by triggering conditional responses</vt:lpstr>
      <vt:lpstr>Exploiting blind SQL injection by triggering conditional responses</vt:lpstr>
      <vt:lpstr>Exploiting blind SQL injection by triggering conditional responses</vt:lpstr>
      <vt:lpstr>Exploiting blind SQL injection by triggering conditional responses</vt:lpstr>
      <vt:lpstr>Inducing conditional responses by triggering SQL errors</vt:lpstr>
      <vt:lpstr>Inducing conditional responses by triggering SQL errors</vt:lpstr>
      <vt:lpstr>Inducing conditional responses by triggering SQL errors</vt:lpstr>
      <vt:lpstr>Inducing conditional responses by triggering SQL errors</vt:lpstr>
      <vt:lpstr>Inducing conditional responses by triggering SQL errors</vt:lpstr>
      <vt:lpstr>Inducing conditional responses by triggering SQL errors</vt:lpstr>
      <vt:lpstr>Inducing conditional responses by triggering SQL errors</vt:lpstr>
      <vt:lpstr>Exploiting blind SQL injection by triggering time delays</vt:lpstr>
      <vt:lpstr>Exploiting blind SQL injection by triggering time delays</vt:lpstr>
      <vt:lpstr>Exploiting blind SQL injection by triggering time delays</vt:lpstr>
      <vt:lpstr>Exploiting blind SQL injection by triggering time delays</vt:lpstr>
      <vt:lpstr>Exploiting blind SQL injection by triggering time delays</vt:lpstr>
      <vt:lpstr>Exploiting blind SQL injection by triggering time delays</vt:lpstr>
      <vt:lpstr>Exploiting blind SQL injection by triggering time delays</vt:lpstr>
      <vt:lpstr>Exploiting blind SQL injection by triggering time delays</vt:lpstr>
      <vt:lpstr>Exploiting blind SQL injection by triggering time delays</vt:lpstr>
      <vt:lpstr>How to prevent SQL injection attacks?</vt:lpstr>
      <vt:lpstr>How to prevent SQL injection attacks?</vt:lpstr>
      <vt:lpstr>문제 풀이</vt:lpstr>
      <vt:lpstr>QnA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웹해킹 소수전공</dc:title>
  <dc:creator>lhm1024@korea.edu</dc:creator>
  <cp:lastModifiedBy>이효민[ 학부재학 / 사이버국방학과 ]</cp:lastModifiedBy>
  <cp:revision>9</cp:revision>
  <dcterms:created xsi:type="dcterms:W3CDTF">2021-06-24T06:49:54Z</dcterms:created>
  <dcterms:modified xsi:type="dcterms:W3CDTF">2022-11-28T10:49:18Z</dcterms:modified>
</cp:coreProperties>
</file>