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56" r:id="rId2"/>
    <p:sldId id="264" r:id="rId3"/>
    <p:sldId id="336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22" r:id="rId25"/>
    <p:sldId id="35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E45426C3-A483-4981-B83C-45B903EB53EB}">
          <p14:sldIdLst>
            <p14:sldId id="256"/>
            <p14:sldId id="264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22"/>
            <p14:sldId id="3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1CA79D-EBBA-2145-8029-70F410A0BE61}" v="7" dt="2022-11-04T02:05:55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947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6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hm1024@korea.edu" userId="3929b77a-7aa2-4a96-a97d-3b5ce13f9d26" providerId="ADAL" clId="{0F02F351-B533-4EE5-81E5-9D148272FC29}"/>
    <pc:docChg chg="modSld">
      <pc:chgData name="lhm1024@korea.edu" userId="3929b77a-7aa2-4a96-a97d-3b5ce13f9d26" providerId="ADAL" clId="{0F02F351-B533-4EE5-81E5-9D148272FC29}" dt="2021-08-06T02:23:41.758" v="7" actId="20577"/>
      <pc:docMkLst>
        <pc:docMk/>
      </pc:docMkLst>
      <pc:sldChg chg="modSp mod">
        <pc:chgData name="lhm1024@korea.edu" userId="3929b77a-7aa2-4a96-a97d-3b5ce13f9d26" providerId="ADAL" clId="{0F02F351-B533-4EE5-81E5-9D148272FC29}" dt="2021-08-06T01:54:51.613" v="0" actId="20577"/>
        <pc:sldMkLst>
          <pc:docMk/>
          <pc:sldMk cId="3993003946" sldId="289"/>
        </pc:sldMkLst>
        <pc:spChg chg="mod">
          <ac:chgData name="lhm1024@korea.edu" userId="3929b77a-7aa2-4a96-a97d-3b5ce13f9d26" providerId="ADAL" clId="{0F02F351-B533-4EE5-81E5-9D148272FC29}" dt="2021-08-06T01:54:51.613" v="0" actId="20577"/>
          <ac:spMkLst>
            <pc:docMk/>
            <pc:sldMk cId="3993003946" sldId="289"/>
            <ac:spMk id="3" creationId="{155133CE-E410-4827-9D25-DBE617DBE29C}"/>
          </ac:spMkLst>
        </pc:spChg>
      </pc:sldChg>
      <pc:sldChg chg="modSp mod">
        <pc:chgData name="lhm1024@korea.edu" userId="3929b77a-7aa2-4a96-a97d-3b5ce13f9d26" providerId="ADAL" clId="{0F02F351-B533-4EE5-81E5-9D148272FC29}" dt="2021-08-06T02:23:41.758" v="7" actId="20577"/>
        <pc:sldMkLst>
          <pc:docMk/>
          <pc:sldMk cId="2416698218" sldId="317"/>
        </pc:sldMkLst>
        <pc:spChg chg="mod">
          <ac:chgData name="lhm1024@korea.edu" userId="3929b77a-7aa2-4a96-a97d-3b5ce13f9d26" providerId="ADAL" clId="{0F02F351-B533-4EE5-81E5-9D148272FC29}" dt="2021-08-06T02:23:41.758" v="7" actId="20577"/>
          <ac:spMkLst>
            <pc:docMk/>
            <pc:sldMk cId="2416698218" sldId="317"/>
            <ac:spMk id="3" creationId="{0FACA2A7-FA49-4095-9072-93FD8A69BF12}"/>
          </ac:spMkLst>
        </pc:spChg>
      </pc:sldChg>
    </pc:docChg>
  </pc:docChgLst>
  <pc:docChgLst>
    <pc:chgData name="이효민[ 학부재학 / 사이버국방학과 ]" userId="3929b77a-7aa2-4a96-a97d-3b5ce13f9d26" providerId="ADAL" clId="{6C5DC9A1-9364-42BA-A78B-7C433C3E275D}"/>
    <pc:docChg chg="delSld modSld modSection">
      <pc:chgData name="이효민[ 학부재학 / 사이버국방학과 ]" userId="3929b77a-7aa2-4a96-a97d-3b5ce13f9d26" providerId="ADAL" clId="{6C5DC9A1-9364-42BA-A78B-7C433C3E275D}" dt="2022-01-02T20:55:40.433" v="31" actId="20577"/>
      <pc:docMkLst>
        <pc:docMk/>
      </pc:docMkLst>
      <pc:sldChg chg="modSp mod">
        <pc:chgData name="이효민[ 학부재학 / 사이버국방학과 ]" userId="3929b77a-7aa2-4a96-a97d-3b5ce13f9d26" providerId="ADAL" clId="{6C5DC9A1-9364-42BA-A78B-7C433C3E275D}" dt="2022-01-02T20:55:40.433" v="31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6C5DC9A1-9364-42BA-A78B-7C433C3E275D}" dt="2022-01-02T20:55:40.433" v="31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98488887" sldId="26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11726360" sldId="27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562858279" sldId="27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95893911" sldId="27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31126702" sldId="27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42887221" sldId="27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505018846" sldId="28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71646766" sldId="28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46235029" sldId="28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38717978" sldId="28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08929877" sldId="28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98235405" sldId="28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985595965" sldId="28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08145237" sldId="28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879821062" sldId="28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93003946" sldId="28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24154356" sldId="29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272398856" sldId="29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06602799" sldId="29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6278660" sldId="29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60878423" sldId="29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75899499" sldId="29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96816349" sldId="29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040518841" sldId="29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93450419" sldId="30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82602585" sldId="30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044177403" sldId="30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91863186" sldId="30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735915025" sldId="30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40414345" sldId="30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60324094" sldId="30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37978872" sldId="30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07991251" sldId="30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82123724" sldId="30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82925829" sldId="31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564423949" sldId="31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28712980" sldId="31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50555230" sldId="31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840296087" sldId="31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07939077" sldId="31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16698218" sldId="31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37838211" sldId="31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14188019" sldId="31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617413653" sldId="32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8947117" sldId="32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247097004" sldId="32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79073654" sldId="32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650239397" sldId="32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039382090" sldId="32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8451364" sldId="32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01295334" sldId="32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41664827" sldId="32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02405254" sldId="33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59579555" sldId="33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879814390" sldId="33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417646756" sldId="33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09551197" sldId="33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96147998" sldId="33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65314893" sldId="33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94696824" sldId="33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71482761" sldId="33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31992139" sldId="33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701517021" sldId="34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026576549" sldId="34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582896346" sldId="34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7469201" sldId="34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79546471" sldId="34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15118274" sldId="34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24952614" sldId="34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36908598" sldId="34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24.950" v="29" actId="47"/>
        <pc:sldMkLst>
          <pc:docMk/>
          <pc:sldMk cId="365798377" sldId="34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6261693" sldId="34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9041979" sldId="35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78286067" sldId="35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24742321" sldId="35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863911632" sldId="35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21801038" sldId="35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1932750" sldId="35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087600335" sldId="35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768780291" sldId="35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1315117" sldId="35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57699335" sldId="35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88858680" sldId="36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49798840" sldId="361"/>
        </pc:sldMkLst>
      </pc:sldChg>
    </pc:docChg>
  </pc:docChgLst>
  <pc:docChgLst>
    <pc:chgData name="이효민[ 학부재학 / 사이버국방학과 ]" userId="3929b77a-7aa2-4a96-a97d-3b5ce13f9d26" providerId="ADAL" clId="{89AA700A-C87B-4DC7-95D3-DD1D4BD93CCF}"/>
    <pc:docChg chg="undo custSel addSld delSld modSld sldOrd modMainMaster modSection">
      <pc:chgData name="이효민[ 학부재학 / 사이버국방학과 ]" userId="3929b77a-7aa2-4a96-a97d-3b5ce13f9d26" providerId="ADAL" clId="{89AA700A-C87B-4DC7-95D3-DD1D4BD93CCF}" dt="2022-01-02T20:50:46.130" v="1903"/>
      <pc:docMkLst>
        <pc:docMk/>
      </pc:docMkLst>
      <pc:sldChg chg="modSp mod">
        <pc:chgData name="이효민[ 학부재학 / 사이버국방학과 ]" userId="3929b77a-7aa2-4a96-a97d-3b5ce13f9d26" providerId="ADAL" clId="{89AA700A-C87B-4DC7-95D3-DD1D4BD93CCF}" dt="2021-12-29T09:00:57.500" v="116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89AA700A-C87B-4DC7-95D3-DD1D4BD93CCF}" dt="2021-12-29T09:00:57.500" v="116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89AA700A-C87B-4DC7-95D3-DD1D4BD93CCF}" dt="2021-12-29T09:00:35.121" v="53"/>
          <ac:spMkLst>
            <pc:docMk/>
            <pc:sldMk cId="4271878798" sldId="256"/>
            <ac:spMk id="3" creationId="{22379862-334E-462A-BC01-BB5250028995}"/>
          </ac:spMkLst>
        </pc:spChg>
      </pc:sldChg>
      <pc:sldChg chg="modSp mod">
        <pc:chgData name="이효민[ 학부재학 / 사이버국방학과 ]" userId="3929b77a-7aa2-4a96-a97d-3b5ce13f9d26" providerId="ADAL" clId="{89AA700A-C87B-4DC7-95D3-DD1D4BD93CCF}" dt="2022-01-02T20:19:26.699" v="124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89AA700A-C87B-4DC7-95D3-DD1D4BD93CCF}" dt="2022-01-02T20:19:26.699" v="124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ord">
        <pc:chgData name="이효민[ 학부재학 / 사이버국방학과 ]" userId="3929b77a-7aa2-4a96-a97d-3b5ce13f9d26" providerId="ADAL" clId="{89AA700A-C87B-4DC7-95D3-DD1D4BD93CCF}" dt="2022-01-02T20:20:12.577" v="132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711119976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31126702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3650578037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1731767942" sldId="278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428576480" sldId="279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442887221" sldId="279"/>
        </pc:sldMkLst>
      </pc:sldChg>
      <pc:sldChg chg="modSp mod">
        <pc:chgData name="이효민[ 학부재학 / 사이버국방학과 ]" userId="3929b77a-7aa2-4a96-a97d-3b5ce13f9d26" providerId="ADAL" clId="{89AA700A-C87B-4DC7-95D3-DD1D4BD93CCF}" dt="2021-12-29T09:00:35.500" v="54" actId="2763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89AA700A-C87B-4DC7-95D3-DD1D4BD93CCF}" dt="2021-12-29T09:00:35.500" v="54" actId="27636"/>
          <ac:spMkLst>
            <pc:docMk/>
            <pc:sldMk cId="3636908598" sldId="347"/>
            <ac:spMk id="3" creationId="{F1919A29-26C6-4D1E-A1C6-6211B17B5114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27:04.023" v="387" actId="20577"/>
        <pc:sldMkLst>
          <pc:docMk/>
          <pc:sldMk cId="365798377" sldId="348"/>
        </pc:sldMkLst>
        <pc:spChg chg="mod">
          <ac:chgData name="이효민[ 학부재학 / 사이버국방학과 ]" userId="3929b77a-7aa2-4a96-a97d-3b5ce13f9d26" providerId="ADAL" clId="{89AA700A-C87B-4DC7-95D3-DD1D4BD93CCF}" dt="2022-01-02T20:27:04.023" v="387" actId="20577"/>
          <ac:spMkLst>
            <pc:docMk/>
            <pc:sldMk cId="365798377" sldId="348"/>
            <ac:spMk id="2" creationId="{AA8B08DA-8E85-45A7-9142-736ACE68A3F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00.724" v="384" actId="20577"/>
          <ac:spMkLst>
            <pc:docMk/>
            <pc:sldMk cId="365798377" sldId="348"/>
            <ac:spMk id="3" creationId="{E9FAF3EC-D595-4ABA-AF8D-D9EEAEB2D5B9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32:01.992" v="504" actId="1076"/>
        <pc:sldMkLst>
          <pc:docMk/>
          <pc:sldMk cId="3106261693" sldId="349"/>
        </pc:sldMkLst>
        <pc:spChg chg="mod">
          <ac:chgData name="이효민[ 학부재학 / 사이버국방학과 ]" userId="3929b77a-7aa2-4a96-a97d-3b5ce13f9d26" providerId="ADAL" clId="{89AA700A-C87B-4DC7-95D3-DD1D4BD93CCF}" dt="2022-01-02T20:28:06.638" v="438" actId="20577"/>
          <ac:spMkLst>
            <pc:docMk/>
            <pc:sldMk cId="3106261693" sldId="349"/>
            <ac:spMk id="2" creationId="{CAD0618D-48A2-4AE3-81F9-FCEDA07DC56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52.999" v="433" actId="20577"/>
          <ac:spMkLst>
            <pc:docMk/>
            <pc:sldMk cId="3106261693" sldId="349"/>
            <ac:spMk id="3" creationId="{B9A09ED7-4ADC-42E1-A476-019BAB6F2944}"/>
          </ac:spMkLst>
        </pc:spChg>
        <pc:picChg chg="add del mod modCrop">
          <ac:chgData name="이효민[ 학부재학 / 사이버국방학과 ]" userId="3929b77a-7aa2-4a96-a97d-3b5ce13f9d26" providerId="ADAL" clId="{89AA700A-C87B-4DC7-95D3-DD1D4BD93CCF}" dt="2022-01-02T20:31:55.844" v="499" actId="478"/>
          <ac:picMkLst>
            <pc:docMk/>
            <pc:sldMk cId="3106261693" sldId="349"/>
            <ac:picMk id="6" creationId="{87D139E7-B43B-4EF9-A171-2F3A018FA2E9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2-01-02T20:32:01.992" v="504" actId="1076"/>
          <ac:picMkLst>
            <pc:docMk/>
            <pc:sldMk cId="3106261693" sldId="349"/>
            <ac:picMk id="8" creationId="{E73F41FF-FCE2-4B13-99A7-CFB94A73EB70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33:46.636" v="585"/>
        <pc:sldMkLst>
          <pc:docMk/>
          <pc:sldMk cId="319041979" sldId="350"/>
        </pc:sldMkLst>
        <pc:spChg chg="mod">
          <ac:chgData name="이효민[ 학부재학 / 사이버국방학과 ]" userId="3929b77a-7aa2-4a96-a97d-3b5ce13f9d26" providerId="ADAL" clId="{89AA700A-C87B-4DC7-95D3-DD1D4BD93CCF}" dt="2022-01-02T20:32:40.309" v="510"/>
          <ac:spMkLst>
            <pc:docMk/>
            <pc:sldMk cId="319041979" sldId="350"/>
            <ac:spMk id="2" creationId="{0A5F2BA0-8011-471F-AEB5-77E475A4D5D4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3:46.636" v="585"/>
          <ac:spMkLst>
            <pc:docMk/>
            <pc:sldMk cId="319041979" sldId="350"/>
            <ac:spMk id="3" creationId="{61DAB59D-5337-478A-85B8-B9A1F922BEFB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5:19.591" v="824" actId="27636"/>
        <pc:sldMkLst>
          <pc:docMk/>
          <pc:sldMk cId="3978286067" sldId="351"/>
        </pc:sldMkLst>
        <pc:spChg chg="mod">
          <ac:chgData name="이효민[ 학부재학 / 사이버국방학과 ]" userId="3929b77a-7aa2-4a96-a97d-3b5ce13f9d26" providerId="ADAL" clId="{89AA700A-C87B-4DC7-95D3-DD1D4BD93CCF}" dt="2022-01-02T20:35:16.007" v="819"/>
          <ac:spMkLst>
            <pc:docMk/>
            <pc:sldMk cId="3978286067" sldId="351"/>
            <ac:spMk id="2" creationId="{5C99D40B-CD94-48AC-8768-B2B126F072C7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5:19.591" v="824" actId="27636"/>
          <ac:spMkLst>
            <pc:docMk/>
            <pc:sldMk cId="3978286067" sldId="351"/>
            <ac:spMk id="3" creationId="{84A5D00A-9CA6-435A-BCC5-0944C500168A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9:32.287" v="1060" actId="20577"/>
        <pc:sldMkLst>
          <pc:docMk/>
          <pc:sldMk cId="1724742321" sldId="352"/>
        </pc:sldMkLst>
        <pc:spChg chg="mod">
          <ac:chgData name="이효민[ 학부재학 / 사이버국방학과 ]" userId="3929b77a-7aa2-4a96-a97d-3b5ce13f9d26" providerId="ADAL" clId="{89AA700A-C87B-4DC7-95D3-DD1D4BD93CCF}" dt="2022-01-02T20:35:29.349" v="830" actId="20577"/>
          <ac:spMkLst>
            <pc:docMk/>
            <pc:sldMk cId="1724742321" sldId="352"/>
            <ac:spMk id="2" creationId="{C042270A-30BB-44B9-9906-57D6FCCC60C8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9:32.287" v="1060" actId="20577"/>
          <ac:spMkLst>
            <pc:docMk/>
            <pc:sldMk cId="1724742321" sldId="352"/>
            <ac:spMk id="3" creationId="{B52B04EA-61EB-4FBE-81D1-40744CE57824}"/>
          </ac:spMkLst>
        </pc:spChg>
      </pc:sldChg>
      <pc:sldChg chg="addSp modSp new mod">
        <pc:chgData name="이효민[ 학부재학 / 사이버국방학과 ]" userId="3929b77a-7aa2-4a96-a97d-3b5ce13f9d26" providerId="ADAL" clId="{89AA700A-C87B-4DC7-95D3-DD1D4BD93CCF}" dt="2022-01-02T20:37:15.004" v="907" actId="1076"/>
        <pc:sldMkLst>
          <pc:docMk/>
          <pc:sldMk cId="863911632" sldId="353"/>
        </pc:sldMkLst>
        <pc:spChg chg="mod">
          <ac:chgData name="이효민[ 학부재학 / 사이버국방학과 ]" userId="3929b77a-7aa2-4a96-a97d-3b5ce13f9d26" providerId="ADAL" clId="{89AA700A-C87B-4DC7-95D3-DD1D4BD93CCF}" dt="2022-01-02T20:36:44.868" v="895"/>
          <ac:spMkLst>
            <pc:docMk/>
            <pc:sldMk cId="863911632" sldId="353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00.116" v="904" actId="20577"/>
          <ac:spMkLst>
            <pc:docMk/>
            <pc:sldMk cId="863911632" sldId="353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37:15.004" v="907" actId="1076"/>
          <ac:picMkLst>
            <pc:docMk/>
            <pc:sldMk cId="863911632" sldId="353"/>
            <ac:picMk id="6" creationId="{EDFB8ADB-4859-4AFC-B48E-AFEAC90EDF33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48:41.699" v="1880" actId="1076"/>
        <pc:sldMkLst>
          <pc:docMk/>
          <pc:sldMk cId="1621801038" sldId="354"/>
        </pc:sldMkLst>
        <pc:spChg chg="mod">
          <ac:chgData name="이효민[ 학부재학 / 사이버국방학과 ]" userId="3929b77a-7aa2-4a96-a97d-3b5ce13f9d26" providerId="ADAL" clId="{89AA700A-C87B-4DC7-95D3-DD1D4BD93CCF}" dt="2022-01-02T20:48:34.399" v="1875" actId="20577"/>
          <ac:spMkLst>
            <pc:docMk/>
            <pc:sldMk cId="1621801038" sldId="354"/>
            <ac:spMk id="2" creationId="{8D8D3D1B-BE26-4B92-AE92-6F3B1F5F1CE0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8:41.699" v="1880" actId="1076"/>
          <ac:spMkLst>
            <pc:docMk/>
            <pc:sldMk cId="1621801038" sldId="354"/>
            <ac:spMk id="3" creationId="{D9A28D56-990B-433B-A98E-C091EC26F19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7:39.882" v="936"/>
        <pc:sldMkLst>
          <pc:docMk/>
          <pc:sldMk cId="421932750" sldId="355"/>
        </pc:sldMkLst>
        <pc:spChg chg="mod">
          <ac:chgData name="이효민[ 학부재학 / 사이버국방학과 ]" userId="3929b77a-7aa2-4a96-a97d-3b5ce13f9d26" providerId="ADAL" clId="{89AA700A-C87B-4DC7-95D3-DD1D4BD93CCF}" dt="2022-01-02T20:37:23.015" v="926"/>
          <ac:spMkLst>
            <pc:docMk/>
            <pc:sldMk cId="421932750" sldId="355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39.882" v="936"/>
          <ac:spMkLst>
            <pc:docMk/>
            <pc:sldMk cId="421932750" sldId="355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8:13.174" v="1056"/>
        <pc:sldMkLst>
          <pc:docMk/>
          <pc:sldMk cId="2087600335" sldId="356"/>
        </pc:sldMkLst>
        <pc:spChg chg="mod">
          <ac:chgData name="이효민[ 학부재학 / 사이버국방학과 ]" userId="3929b77a-7aa2-4a96-a97d-3b5ce13f9d26" providerId="ADAL" clId="{89AA700A-C87B-4DC7-95D3-DD1D4BD93CCF}" dt="2022-01-02T20:37:51.196" v="964"/>
          <ac:spMkLst>
            <pc:docMk/>
            <pc:sldMk cId="2087600335" sldId="356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8:13.174" v="1056"/>
          <ac:spMkLst>
            <pc:docMk/>
            <pc:sldMk cId="2087600335" sldId="356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42:53.745" v="1345" actId="20577"/>
        <pc:sldMkLst>
          <pc:docMk/>
          <pc:sldMk cId="3768780291" sldId="357"/>
        </pc:sldMkLst>
        <pc:spChg chg="mod">
          <ac:chgData name="이효민[ 학부재학 / 사이버국방학과 ]" userId="3929b77a-7aa2-4a96-a97d-3b5ce13f9d26" providerId="ADAL" clId="{89AA700A-C87B-4DC7-95D3-DD1D4BD93CCF}" dt="2022-01-02T20:42:10.964" v="1061"/>
          <ac:spMkLst>
            <pc:docMk/>
            <pc:sldMk cId="3768780291" sldId="357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2:53.745" v="1345" actId="20577"/>
          <ac:spMkLst>
            <pc:docMk/>
            <pc:sldMk cId="3768780291" sldId="357"/>
            <ac:spMk id="3" creationId="{BD33F9B7-6FA1-40A1-8E29-435855FB5B4E}"/>
          </ac:spMkLst>
        </pc:spChg>
      </pc:sldChg>
      <pc:sldChg chg="addSp modSp add mod">
        <pc:chgData name="이효민[ 학부재학 / 사이버국방학과 ]" userId="3929b77a-7aa2-4a96-a97d-3b5ce13f9d26" providerId="ADAL" clId="{89AA700A-C87B-4DC7-95D3-DD1D4BD93CCF}" dt="2022-01-02T20:43:25.300" v="1401" actId="1076"/>
        <pc:sldMkLst>
          <pc:docMk/>
          <pc:sldMk cId="281315117" sldId="358"/>
        </pc:sldMkLst>
        <pc:spChg chg="mod">
          <ac:chgData name="이효민[ 학부재학 / 사이버국방학과 ]" userId="3929b77a-7aa2-4a96-a97d-3b5ce13f9d26" providerId="ADAL" clId="{89AA700A-C87B-4DC7-95D3-DD1D4BD93CCF}" dt="2022-01-02T20:43:03.149" v="1346"/>
          <ac:spMkLst>
            <pc:docMk/>
            <pc:sldMk cId="281315117" sldId="358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3:14.258" v="1396"/>
          <ac:spMkLst>
            <pc:docMk/>
            <pc:sldMk cId="281315117" sldId="358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3:25.300" v="1401" actId="1076"/>
          <ac:picMkLst>
            <pc:docMk/>
            <pc:sldMk cId="281315117" sldId="358"/>
            <ac:picMk id="6" creationId="{7498F5E0-E299-4802-A52D-424D780523B4}"/>
          </ac:picMkLst>
        </pc:picChg>
      </pc:sldChg>
      <pc:sldChg chg="addSp modSp add mod">
        <pc:chgData name="이효민[ 학부재학 / 사이버국방학과 ]" userId="3929b77a-7aa2-4a96-a97d-3b5ce13f9d26" providerId="ADAL" clId="{89AA700A-C87B-4DC7-95D3-DD1D4BD93CCF}" dt="2022-01-02T20:44:12.618" v="1604" actId="1076"/>
        <pc:sldMkLst>
          <pc:docMk/>
          <pc:sldMk cId="657699335" sldId="359"/>
        </pc:sldMkLst>
        <pc:spChg chg="mod">
          <ac:chgData name="이효민[ 학부재학 / 사이버국방학과 ]" userId="3929b77a-7aa2-4a96-a97d-3b5ce13f9d26" providerId="ADAL" clId="{89AA700A-C87B-4DC7-95D3-DD1D4BD93CCF}" dt="2022-01-02T20:43:37.352" v="1429"/>
          <ac:spMkLst>
            <pc:docMk/>
            <pc:sldMk cId="657699335" sldId="359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4:07.677" v="1602" actId="20577"/>
          <ac:spMkLst>
            <pc:docMk/>
            <pc:sldMk cId="657699335" sldId="359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4:12.618" v="1604" actId="1076"/>
          <ac:picMkLst>
            <pc:docMk/>
            <pc:sldMk cId="657699335" sldId="359"/>
            <ac:picMk id="6" creationId="{DD28D1AA-51B6-49C4-97E3-CC3C96323F88}"/>
          </ac:picMkLst>
        </pc:picChg>
      </pc:sldChg>
      <pc:sldChg chg="modSp add mod">
        <pc:chgData name="이효민[ 학부재학 / 사이버국방학과 ]" userId="3929b77a-7aa2-4a96-a97d-3b5ce13f9d26" providerId="ADAL" clId="{89AA700A-C87B-4DC7-95D3-DD1D4BD93CCF}" dt="2022-01-02T20:45:14.143" v="1840" actId="20577"/>
        <pc:sldMkLst>
          <pc:docMk/>
          <pc:sldMk cId="2888858680" sldId="360"/>
        </pc:sldMkLst>
        <pc:spChg chg="mod">
          <ac:chgData name="이효민[ 학부재학 / 사이버국방학과 ]" userId="3929b77a-7aa2-4a96-a97d-3b5ce13f9d26" providerId="ADAL" clId="{89AA700A-C87B-4DC7-95D3-DD1D4BD93CCF}" dt="2022-01-02T20:44:31.084" v="1623"/>
          <ac:spMkLst>
            <pc:docMk/>
            <pc:sldMk cId="2888858680" sldId="360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5:14.143" v="1840" actId="20577"/>
          <ac:spMkLst>
            <pc:docMk/>
            <pc:sldMk cId="2888858680" sldId="360"/>
            <ac:spMk id="3" creationId="{BD33F9B7-6FA1-40A1-8E29-435855FB5B4E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45:47.403" v="1866" actId="1076"/>
        <pc:sldMkLst>
          <pc:docMk/>
          <pc:sldMk cId="1149798840" sldId="361"/>
        </pc:sldMkLst>
        <pc:spChg chg="mod">
          <ac:chgData name="이효민[ 학부재학 / 사이버국방학과 ]" userId="3929b77a-7aa2-4a96-a97d-3b5ce13f9d26" providerId="ADAL" clId="{89AA700A-C87B-4DC7-95D3-DD1D4BD93CCF}" dt="2022-01-02T20:45:34.388" v="1863"/>
          <ac:spMkLst>
            <pc:docMk/>
            <pc:sldMk cId="1149798840" sldId="361"/>
            <ac:spMk id="2" creationId="{F6538573-C45A-4D3C-93F0-9580E3004734}"/>
          </ac:spMkLst>
        </pc:spChg>
        <pc:spChg chg="del">
          <ac:chgData name="이효민[ 학부재학 / 사이버국방학과 ]" userId="3929b77a-7aa2-4a96-a97d-3b5ce13f9d26" providerId="ADAL" clId="{89AA700A-C87B-4DC7-95D3-DD1D4BD93CCF}" dt="2022-01-02T20:45:41.287" v="1864" actId="22"/>
          <ac:spMkLst>
            <pc:docMk/>
            <pc:sldMk cId="1149798840" sldId="361"/>
            <ac:spMk id="3" creationId="{A78A2427-7B32-4948-8799-AEB01D72CECA}"/>
          </ac:spMkLst>
        </pc:spChg>
        <pc:picChg chg="add mod ord">
          <ac:chgData name="이효민[ 학부재학 / 사이버국방학과 ]" userId="3929b77a-7aa2-4a96-a97d-3b5ce13f9d26" providerId="ADAL" clId="{89AA700A-C87B-4DC7-95D3-DD1D4BD93CCF}" dt="2022-01-02T20:45:47.403" v="1866" actId="1076"/>
          <ac:picMkLst>
            <pc:docMk/>
            <pc:sldMk cId="1149798840" sldId="361"/>
            <ac:picMk id="6" creationId="{1691150F-CAD5-434C-81FC-5D4B6A35039D}"/>
          </ac:picMkLst>
        </pc:picChg>
      </pc:sldChg>
      <pc:sldChg chg="modSp new del mod">
        <pc:chgData name="이효민[ 학부재학 / 사이버국방학과 ]" userId="3929b77a-7aa2-4a96-a97d-3b5ce13f9d26" providerId="ADAL" clId="{89AA700A-C87B-4DC7-95D3-DD1D4BD93CCF}" dt="2022-01-02T20:49:08.123" v="1901" actId="47"/>
        <pc:sldMkLst>
          <pc:docMk/>
          <pc:sldMk cId="4181078703" sldId="362"/>
        </pc:sldMkLst>
        <pc:spChg chg="mod">
          <ac:chgData name="이효민[ 학부재학 / 사이버국방학과 ]" userId="3929b77a-7aa2-4a96-a97d-3b5ce13f9d26" providerId="ADAL" clId="{89AA700A-C87B-4DC7-95D3-DD1D4BD93CCF}" dt="2022-01-02T20:49:02.699" v="1887"/>
          <ac:spMkLst>
            <pc:docMk/>
            <pc:sldMk cId="4181078703" sldId="362"/>
            <ac:spMk id="2" creationId="{42DD2CED-9D83-4C81-9265-F854E88F5726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9:06.298" v="1900" actId="20577"/>
          <ac:spMkLst>
            <pc:docMk/>
            <pc:sldMk cId="4181078703" sldId="362"/>
            <ac:spMk id="3" creationId="{87CE4227-BB12-49B1-9998-625EF88FABD2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89AA700A-C87B-4DC7-95D3-DD1D4BD93CCF}" dt="2021-12-29T08:56:55.227" v="27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89AA700A-C87B-4DC7-95D3-DD1D4BD93CCF}" dt="2021-12-29T08:53:48.864" v="1" actId="478"/>
          <ac:picMkLst>
            <pc:docMk/>
            <pc:sldMasterMk cId="3145777673" sldId="2147483672"/>
            <ac:picMk id="13" creationId="{29BA69F9-0503-4067-AB7A-E231C86B3305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1-12-29T08:56:35.209" v="19" actId="1076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addSp delSp modSp mod">
          <pc:chgData name="이효민[ 학부재학 / 사이버국방학과 ]" userId="3929b77a-7aa2-4a96-a97d-3b5ce13f9d26" providerId="ADAL" clId="{89AA700A-C87B-4DC7-95D3-DD1D4BD93CCF}" dt="2021-12-29T08:56:45.329" v="20"/>
          <pc:sldLayoutMkLst>
            <pc:docMk/>
            <pc:sldMasterMk cId="3145777673" sldId="2147483672"/>
            <pc:sldLayoutMk cId="546768808" sldId="214748367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45.329" v="20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46.469" v="0" actId="478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modSp mod">
          <pc:chgData name="이효민[ 학부재학 / 사이버국방학과 ]" userId="3929b77a-7aa2-4a96-a97d-3b5ce13f9d26" providerId="ADAL" clId="{89AA700A-C87B-4DC7-95D3-DD1D4BD93CCF}" dt="2021-12-29T08:55:42.177" v="16" actId="1076"/>
          <pc:sldLayoutMkLst>
            <pc:docMk/>
            <pc:sldMasterMk cId="3145777673" sldId="2147483672"/>
            <pc:sldLayoutMk cId="2099084053" sldId="2147483674"/>
          </pc:sldLayoutMkLst>
          <pc:spChg chg="mod">
            <ac:chgData name="이효민[ 학부재학 / 사이버국방학과 ]" userId="3929b77a-7aa2-4a96-a97d-3b5ce13f9d26" providerId="ADAL" clId="{89AA700A-C87B-4DC7-95D3-DD1D4BD93CCF}" dt="2021-12-29T08:55:42.177" v="16" actId="1076"/>
            <ac:spMkLst>
              <pc:docMk/>
              <pc:sldMasterMk cId="3145777673" sldId="2147483672"/>
              <pc:sldLayoutMk cId="2099084053" sldId="2147483674"/>
              <ac:spMk id="2" creationId="{00000000-0000-0000-0000-000000000000}"/>
            </ac:spMkLst>
          </pc:sp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6.674" v="21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1.371" v="2" actId="478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6.674" v="21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9.170" v="22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4.305" v="3" actId="478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9.170" v="22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1.500" v="23"/>
          <pc:sldLayoutMkLst>
            <pc:docMk/>
            <pc:sldMasterMk cId="3145777673" sldId="2147483672"/>
            <pc:sldLayoutMk cId="2831446787" sldId="2147483680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1.500" v="23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7.010" v="4" actId="478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2.260" v="24"/>
          <pc:sldLayoutMkLst>
            <pc:docMk/>
            <pc:sldMasterMk cId="3145777673" sldId="2147483672"/>
            <pc:sldLayoutMk cId="366081474" sldId="2147483681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2.260" v="24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8.877" v="5" actId="478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">
          <pc:chgData name="이효민[ 학부재학 / 사이버국방학과 ]" userId="3929b77a-7aa2-4a96-a97d-3b5ce13f9d26" providerId="ADAL" clId="{89AA700A-C87B-4DC7-95D3-DD1D4BD93CCF}" dt="2021-12-29T08:56:53.800" v="26"/>
          <pc:sldLayoutMkLst>
            <pc:docMk/>
            <pc:sldMasterMk cId="3145777673" sldId="2147483672"/>
            <pc:sldLayoutMk cId="1505422099" sldId="2147483682"/>
          </pc:sldLayoutMkLst>
          <pc:picChg chg="add del mod">
            <ac:chgData name="이효민[ 학부재학 / 사이버국방학과 ]" userId="3929b77a-7aa2-4a96-a97d-3b5ce13f9d26" providerId="ADAL" clId="{89AA700A-C87B-4DC7-95D3-DD1D4BD93CCF}" dt="2021-12-29T08:56:53.800" v="26"/>
            <ac:picMkLst>
              <pc:docMk/>
              <pc:sldMasterMk cId="3145777673" sldId="2147483672"/>
              <pc:sldLayoutMk cId="1505422099" sldId="2147483682"/>
              <ac:picMk id="7" creationId="{E88D0D0B-959A-467D-936B-FB5192B98804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5.227" v="27"/>
          <pc:sldLayoutMkLst>
            <pc:docMk/>
            <pc:sldMasterMk cId="3145777673" sldId="2147483672"/>
            <pc:sldLayoutMk cId="3947021700" sldId="214748368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5.227" v="27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4:02.004" v="6" actId="478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C51637DA-6AE0-49DB-8846-B0B68BB6DB08}"/>
    <pc:docChg chg="undo custSel addSld delSld modSld sldOrd modMainMaster modSection modShowInfo">
      <pc:chgData name="이효민[ 학부재학 / 사이버국방학과 ]" userId="3929b77a-7aa2-4a96-a97d-3b5ce13f9d26" providerId="ADAL" clId="{C51637DA-6AE0-49DB-8846-B0B68BB6DB08}" dt="2021-11-08T11:53:10.512" v="1156"/>
      <pc:docMkLst>
        <pc:docMk/>
      </pc:docMkLst>
      <pc:sldChg chg="modSp mod">
        <pc:chgData name="이효민[ 학부재학 / 사이버국방학과 ]" userId="3929b77a-7aa2-4a96-a97d-3b5ce13f9d26" providerId="ADAL" clId="{C51637DA-6AE0-49DB-8846-B0B68BB6DB08}" dt="2021-11-07T13:22:37.128" v="126" actId="20577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C51637DA-6AE0-49DB-8846-B0B68BB6DB08}" dt="2021-11-07T13:22:10.466" v="119" actId="20577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C51637DA-6AE0-49DB-8846-B0B68BB6DB08}" dt="2021-11-07T13:22:37.128" v="126" actId="20577"/>
          <ac:spMkLst>
            <pc:docMk/>
            <pc:sldMk cId="4271878798" sldId="256"/>
            <ac:spMk id="3" creationId="{22379862-334E-462A-BC01-BB5250028995}"/>
          </ac:spMkLst>
        </pc:spChg>
      </pc:sldChg>
      <pc:sldChg chg="del">
        <pc:chgData name="이효민[ 학부재학 / 사이버국방학과 ]" userId="3929b77a-7aa2-4a96-a97d-3b5ce13f9d26" providerId="ADAL" clId="{C51637DA-6AE0-49DB-8846-B0B68BB6DB08}" dt="2021-11-07T13:22:24.521" v="120" actId="47"/>
        <pc:sldMkLst>
          <pc:docMk/>
          <pc:sldMk cId="2597479544" sldId="25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268441739" sldId="25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233997469" sldId="25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905191823" sldId="26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288033808" sldId="261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814052635" sldId="26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098045552" sldId="263"/>
        </pc:sldMkLst>
      </pc:sldChg>
      <pc:sldChg chg="modSp mod ord">
        <pc:chgData name="이효민[ 학부재학 / 사이버국방학과 ]" userId="3929b77a-7aa2-4a96-a97d-3b5ce13f9d26" providerId="ADAL" clId="{C51637DA-6AE0-49DB-8846-B0B68BB6DB08}" dt="2021-11-07T14:24:54.496" v="498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C51637DA-6AE0-49DB-8846-B0B68BB6DB08}" dt="2021-11-07T14:24:54.496" v="498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318163772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684101697" sldId="266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045402370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398488887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7464433" sldId="268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97539278" sldId="26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848337476" sldId="270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21:22.134" v="414" actId="20577"/>
        <pc:sldMkLst>
          <pc:docMk/>
          <pc:sldMk cId="2956657893" sldId="271"/>
        </pc:sldMkLst>
        <pc:spChg chg="mod">
          <ac:chgData name="이효민[ 학부재학 / 사이버국방학과 ]" userId="3929b77a-7aa2-4a96-a97d-3b5ce13f9d26" providerId="ADAL" clId="{C51637DA-6AE0-49DB-8846-B0B68BB6DB08}" dt="2021-11-07T14:21:22.134" v="414" actId="20577"/>
          <ac:spMkLst>
            <pc:docMk/>
            <pc:sldMk cId="2956657893" sldId="271"/>
            <ac:spMk id="2" creationId="{510F4660-100E-4073-97C5-F80F50198544}"/>
          </ac:spMkLst>
        </pc:spChg>
        <pc:picChg chg="mod">
          <ac:chgData name="이효민[ 학부재학 / 사이버국방학과 ]" userId="3929b77a-7aa2-4a96-a97d-3b5ce13f9d26" providerId="ADAL" clId="{C51637DA-6AE0-49DB-8846-B0B68BB6DB08}" dt="2021-11-07T14:01:58.373" v="277" actId="1076"/>
          <ac:picMkLst>
            <pc:docMk/>
            <pc:sldMk cId="2956657893" sldId="271"/>
            <ac:picMk id="9" creationId="{8177479F-A63A-4DC3-9597-4B92C60D97EB}"/>
          </ac:picMkLst>
        </pc:picChg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92945585" sldId="27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05420141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11726360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562858279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846" v="279" actId="47"/>
        <pc:sldMkLst>
          <pc:docMk/>
          <pc:sldMk cId="2337990836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485" v="278" actId="47"/>
        <pc:sldMkLst>
          <pc:docMk/>
          <pc:sldMk cId="3113574588" sldId="27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195893911" sldId="27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28.001" v="158"/>
        <pc:sldMkLst>
          <pc:docMk/>
          <pc:sldMk cId="711119976" sldId="27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1.437" v="159"/>
        <pc:sldMkLst>
          <pc:docMk/>
          <pc:sldMk cId="3650578037" sldId="27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5.586" v="160"/>
        <pc:sldMkLst>
          <pc:docMk/>
          <pc:sldMk cId="1731767942" sldId="27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53.420" v="161"/>
        <pc:sldMkLst>
          <pc:docMk/>
          <pc:sldMk cId="428576480" sldId="27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505018846" sldId="28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71646766" sldId="28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46235029" sldId="28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38717978" sldId="28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929877" sldId="28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98235405" sldId="28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985595965" sldId="28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145237" sldId="28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879821062" sldId="28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993003946" sldId="28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24154356" sldId="29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272398856" sldId="29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406602799" sldId="29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66278660" sldId="29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60878423" sldId="29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75899499" sldId="29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96816349" sldId="29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57303942" sldId="29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040518841" sldId="29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93450419" sldId="30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82602585" sldId="301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3:26.484" v="291" actId="20577"/>
        <pc:sldMkLst>
          <pc:docMk/>
          <pc:sldMk cId="3044177403" sldId="302"/>
        </pc:sldMkLst>
        <pc:spChg chg="mod">
          <ac:chgData name="이효민[ 학부재학 / 사이버국방학과 ]" userId="3929b77a-7aa2-4a96-a97d-3b5ce13f9d26" providerId="ADAL" clId="{C51637DA-6AE0-49DB-8846-B0B68BB6DB08}" dt="2021-11-07T14:03:26.484" v="291" actId="20577"/>
          <ac:spMkLst>
            <pc:docMk/>
            <pc:sldMk cId="3044177403" sldId="302"/>
            <ac:spMk id="3" creationId="{13DA64C0-5266-4756-847C-790AC8CA68D5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591863186" sldId="30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735915025" sldId="30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240414345" sldId="30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60324094" sldId="30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37978872" sldId="30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07991251" sldId="30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82123724" sldId="30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3:32.960" v="292" actId="47"/>
        <pc:sldMkLst>
          <pc:docMk/>
          <pc:sldMk cId="2424403291" sldId="31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682925829" sldId="31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564423949" sldId="31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28712980" sldId="31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50555230" sldId="31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840296087" sldId="31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607939077" sldId="316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2:54.752" v="280" actId="20577"/>
        <pc:sldMkLst>
          <pc:docMk/>
          <pc:sldMk cId="2416698218" sldId="317"/>
        </pc:sldMkLst>
        <pc:spChg chg="mod">
          <ac:chgData name="이효민[ 학부재학 / 사이버국방학과 ]" userId="3929b77a-7aa2-4a96-a97d-3b5ce13f9d26" providerId="ADAL" clId="{C51637DA-6AE0-49DB-8846-B0B68BB6DB08}" dt="2021-11-07T14:02:54.752" v="280" actId="20577"/>
          <ac:spMkLst>
            <pc:docMk/>
            <pc:sldMk cId="2416698218" sldId="317"/>
            <ac:spMk id="3" creationId="{0FACA2A7-FA49-4095-9072-93FD8A69BF12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37838211" sldId="31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14188019" sldId="31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617413653" sldId="32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8947117" sldId="32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29.034" v="334"/>
        <pc:sldMkLst>
          <pc:docMk/>
          <pc:sldMk cId="2679956423" sldId="32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247097004" sldId="32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1579073654" sldId="32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2650239397" sldId="32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039382090" sldId="32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38.993" v="330"/>
        <pc:sldMkLst>
          <pc:docMk/>
          <pc:sldMk cId="168451364" sldId="32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25.009" v="329"/>
        <pc:sldMkLst>
          <pc:docMk/>
          <pc:sldMk cId="601295334" sldId="328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8T11:27:13.565" v="1064"/>
        <pc:sldMkLst>
          <pc:docMk/>
          <pc:sldMk cId="4141664827" sldId="329"/>
        </pc:sldMkLst>
        <pc:spChg chg="mod">
          <ac:chgData name="이효민[ 학부재학 / 사이버국방학과 ]" userId="3929b77a-7aa2-4a96-a97d-3b5ce13f9d26" providerId="ADAL" clId="{C51637DA-6AE0-49DB-8846-B0B68BB6DB08}" dt="2021-11-08T11:27:13.565" v="1064"/>
          <ac:spMkLst>
            <pc:docMk/>
            <pc:sldMk cId="4141664827" sldId="329"/>
            <ac:spMk id="3" creationId="{BC27760A-2346-463B-BBBD-90E3FB271BD7}"/>
          </ac:spMkLst>
        </pc:spChg>
      </pc:sldChg>
      <pc:sldChg chg="modSp add del mod">
        <pc:chgData name="이효민[ 학부재학 / 사이버국방학과 ]" userId="3929b77a-7aa2-4a96-a97d-3b5ce13f9d26" providerId="ADAL" clId="{C51637DA-6AE0-49DB-8846-B0B68BB6DB08}" dt="2021-11-07T14:08:18.548" v="327"/>
        <pc:sldMkLst>
          <pc:docMk/>
          <pc:sldMk cId="1902405254" sldId="330"/>
        </pc:sldMkLst>
        <pc:spChg chg="mod">
          <ac:chgData name="이효민[ 학부재학 / 사이버국방학과 ]" userId="3929b77a-7aa2-4a96-a97d-3b5ce13f9d26" providerId="ADAL" clId="{C51637DA-6AE0-49DB-8846-B0B68BB6DB08}" dt="2021-11-07T14:08:18.548" v="327"/>
          <ac:spMkLst>
            <pc:docMk/>
            <pc:sldMk cId="1902405254" sldId="330"/>
            <ac:spMk id="5" creationId="{40BF1B47-0E15-4AE6-B644-D5526DD8B158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3:54:16.976" v="153"/>
        <pc:sldMkLst>
          <pc:docMk/>
          <pc:sldMk cId="1283875618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59579555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879814390" sldId="332"/>
        </pc:sldMkLst>
      </pc:sldChg>
      <pc:sldChg chg="modSp add mod ord">
        <pc:chgData name="이효민[ 학부재학 / 사이버국방학과 ]" userId="3929b77a-7aa2-4a96-a97d-3b5ce13f9d26" providerId="ADAL" clId="{C51637DA-6AE0-49DB-8846-B0B68BB6DB08}" dt="2021-11-08T11:30:55.209" v="1066" actId="1076"/>
        <pc:sldMkLst>
          <pc:docMk/>
          <pc:sldMk cId="3417646756" sldId="333"/>
        </pc:sldMkLst>
        <pc:picChg chg="mod">
          <ac:chgData name="이효민[ 학부재학 / 사이버국방학과 ]" userId="3929b77a-7aa2-4a96-a97d-3b5ce13f9d26" providerId="ADAL" clId="{C51637DA-6AE0-49DB-8846-B0B68BB6DB08}" dt="2021-11-08T11:30:55.209" v="1066" actId="1076"/>
          <ac:picMkLst>
            <pc:docMk/>
            <pc:sldMk cId="3417646756" sldId="333"/>
            <ac:picMk id="6" creationId="{5EC27DAD-0ABB-42B9-8BB7-7D980C37CB39}"/>
          </ac:picMkLst>
        </pc:picChg>
      </pc:sldChg>
      <pc:sldChg chg="add ord">
        <pc:chgData name="이효민[ 학부재학 / 사이버국방학과 ]" userId="3929b77a-7aa2-4a96-a97d-3b5ce13f9d26" providerId="ADAL" clId="{C51637DA-6AE0-49DB-8846-B0B68BB6DB08}" dt="2021-11-07T14:17:48.722" v="338"/>
        <pc:sldMkLst>
          <pc:docMk/>
          <pc:sldMk cId="1509551197" sldId="33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2396147998" sldId="33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4065314893" sldId="33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7T14:20:32.384" v="394" actId="20577"/>
        <pc:sldMkLst>
          <pc:docMk/>
          <pc:sldMk cId="1994696824" sldId="337"/>
        </pc:sldMkLst>
        <pc:spChg chg="mod">
          <ac:chgData name="이효민[ 학부재학 / 사이버국방학과 ]" userId="3929b77a-7aa2-4a96-a97d-3b5ce13f9d26" providerId="ADAL" clId="{C51637DA-6AE0-49DB-8846-B0B68BB6DB08}" dt="2021-11-07T14:20:32.384" v="394" actId="20577"/>
          <ac:spMkLst>
            <pc:docMk/>
            <pc:sldMk cId="1994696824" sldId="337"/>
            <ac:spMk id="7" creationId="{6489A443-664F-4050-9643-CF6F254630F4}"/>
          </ac:spMkLst>
        </pc:spChg>
      </pc:sldChg>
      <pc:sldChg chg="modSp add mod">
        <pc:chgData name="이효민[ 학부재학 / 사이버국방학과 ]" userId="3929b77a-7aa2-4a96-a97d-3b5ce13f9d26" providerId="ADAL" clId="{C51637DA-6AE0-49DB-8846-B0B68BB6DB08}" dt="2021-11-07T14:20:59.206" v="399" actId="1076"/>
        <pc:sldMkLst>
          <pc:docMk/>
          <pc:sldMk cId="4271482761" sldId="338"/>
        </pc:sldMkLst>
        <pc:spChg chg="mod">
          <ac:chgData name="이효민[ 학부재학 / 사이버국방학과 ]" userId="3929b77a-7aa2-4a96-a97d-3b5ce13f9d26" providerId="ADAL" clId="{C51637DA-6AE0-49DB-8846-B0B68BB6DB08}" dt="2021-11-07T14:20:59.206" v="399" actId="1076"/>
          <ac:spMkLst>
            <pc:docMk/>
            <pc:sldMk cId="4271482761" sldId="338"/>
            <ac:spMk id="5" creationId="{D725F2E8-BF68-4E37-954D-C95F020753CC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1531992139" sldId="33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701517021" sldId="340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026576549" sldId="34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582896346" sldId="34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97469201" sldId="34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879546471" sldId="34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515118274" sldId="34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624952614" sldId="34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8T11:53:10.512" v="115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C51637DA-6AE0-49DB-8846-B0B68BB6DB08}" dt="2021-11-08T11:53:10.512" v="1156"/>
          <ac:spMkLst>
            <pc:docMk/>
            <pc:sldMk cId="3636908598" sldId="347"/>
            <ac:spMk id="3" creationId="{F1919A29-26C6-4D1E-A1C6-6211B17B5114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C51637DA-6AE0-49DB-8846-B0B68BB6DB08}" dt="2021-11-07T13:17:10.265" v="49"/>
        <pc:sldMasterMkLst>
          <pc:docMk/>
          <pc:sldMasterMk cId="3145777673" sldId="2147483672"/>
        </pc:sldMasterMkLst>
        <pc:spChg chg="del">
          <ac:chgData name="이효민[ 학부재학 / 사이버국방학과 ]" userId="3929b77a-7aa2-4a96-a97d-3b5ce13f9d26" providerId="ADAL" clId="{C51637DA-6AE0-49DB-8846-B0B68BB6DB08}" dt="2021-11-07T13:15:28.049" v="25" actId="478"/>
          <ac:spMkLst>
            <pc:docMk/>
            <pc:sldMasterMk cId="3145777673" sldId="2147483672"/>
            <ac:spMk id="12" creationId="{ACDE7349-86AD-44D6-AA8E-27B59580BCA0}"/>
          </ac:spMkLst>
        </pc:spChg>
        <pc:picChg chg="del mod">
          <ac:chgData name="이효민[ 학부재학 / 사이버국방학과 ]" userId="3929b77a-7aa2-4a96-a97d-3b5ce13f9d26" providerId="ADAL" clId="{C51637DA-6AE0-49DB-8846-B0B68BB6DB08}" dt="2021-11-07T13:15:30.944" v="27" actId="478"/>
          <ac:picMkLst>
            <pc:docMk/>
            <pc:sldMasterMk cId="3145777673" sldId="2147483672"/>
            <ac:picMk id="11" creationId="{5E4CAB39-1B2D-44CE-8268-FDE72F65FD74}"/>
          </ac:picMkLst>
        </pc:picChg>
        <pc:picChg chg="add mod">
          <ac:chgData name="이효민[ 학부재학 / 사이버국방학과 ]" userId="3929b77a-7aa2-4a96-a97d-3b5ce13f9d26" providerId="ADAL" clId="{C51637DA-6AE0-49DB-8846-B0B68BB6DB08}" dt="2021-11-07T13:16:20.745" v="31" actId="1076"/>
          <ac:picMkLst>
            <pc:docMk/>
            <pc:sldMasterMk cId="3145777673" sldId="2147483672"/>
            <ac:picMk id="13" creationId="{29BA69F9-0503-4067-AB7A-E231C86B3305}"/>
          </ac:picMkLst>
        </pc:picChg>
        <pc:sldLayoutChg chg="addSp delSp modSp mod">
          <pc:chgData name="이효민[ 학부재학 / 사이버국방학과 ]" userId="3929b77a-7aa2-4a96-a97d-3b5ce13f9d26" providerId="ADAL" clId="{C51637DA-6AE0-49DB-8846-B0B68BB6DB08}" dt="2021-11-07T13:16:29.477" v="34"/>
          <pc:sldLayoutMkLst>
            <pc:docMk/>
            <pc:sldMasterMk cId="3145777673" sldId="2147483672"/>
            <pc:sldLayoutMk cId="546768808" sldId="2147483673"/>
          </pc:sldLayoutMkLst>
          <pc:spChg chg="del">
            <ac:chgData name="이효민[ 학부재학 / 사이버국방학과 ]" userId="3929b77a-7aa2-4a96-a97d-3b5ce13f9d26" providerId="ADAL" clId="{C51637DA-6AE0-49DB-8846-B0B68BB6DB08}" dt="2021-11-07T13:16:28.596" v="33" actId="478"/>
            <ac:spMkLst>
              <pc:docMk/>
              <pc:sldMasterMk cId="3145777673" sldId="2147483672"/>
              <pc:sldLayoutMk cId="546768808" sldId="2147483673"/>
              <ac:spMk id="13" creationId="{D71B9B85-A69C-4275-AB35-1F85E8A3A50C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27.344" v="32" actId="478"/>
            <ac:picMkLst>
              <pc:docMk/>
              <pc:sldMasterMk cId="3145777673" sldId="2147483672"/>
              <pc:sldLayoutMk cId="546768808" sldId="2147483673"/>
              <ac:picMk id="12" creationId="{BF057BE6-503B-4103-95D0-EA9DC6051FAE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29.477" v="34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33.954" v="37"/>
          <pc:sldLayoutMkLst>
            <pc:docMk/>
            <pc:sldMasterMk cId="3145777673" sldId="2147483672"/>
            <pc:sldLayoutMk cId="67324703" sldId="2147483675"/>
          </pc:sldLayoutMkLst>
          <pc:spChg chg="del">
            <ac:chgData name="이효민[ 학부재학 / 사이버국방학과 ]" userId="3929b77a-7aa2-4a96-a97d-3b5ce13f9d26" providerId="ADAL" clId="{C51637DA-6AE0-49DB-8846-B0B68BB6DB08}" dt="2021-11-07T13:16:33.155" v="36" actId="478"/>
            <ac:spMkLst>
              <pc:docMk/>
              <pc:sldMasterMk cId="3145777673" sldId="2147483672"/>
              <pc:sldLayoutMk cId="67324703" sldId="2147483675"/>
              <ac:spMk id="11" creationId="{B63C686E-1AC5-45D3-8FDB-79687779A3D1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32.376" v="35" actId="478"/>
            <ac:picMkLst>
              <pc:docMk/>
              <pc:sldMasterMk cId="3145777673" sldId="2147483672"/>
              <pc:sldLayoutMk cId="67324703" sldId="2147483675"/>
              <ac:picMk id="10" creationId="{29DFB0CE-644D-4ACB-B2C5-2FEC0001C51C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33.954" v="37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49.782" v="42"/>
          <pc:sldLayoutMkLst>
            <pc:docMk/>
            <pc:sldMasterMk cId="3145777673" sldId="2147483672"/>
            <pc:sldLayoutMk cId="2157310852" sldId="2147483679"/>
          </pc:sldLayoutMkLst>
          <pc:spChg chg="del mod">
            <ac:chgData name="이효민[ 학부재학 / 사이버국방학과 ]" userId="3929b77a-7aa2-4a96-a97d-3b5ce13f9d26" providerId="ADAL" clId="{C51637DA-6AE0-49DB-8846-B0B68BB6DB08}" dt="2021-11-07T13:16:48.810" v="41" actId="478"/>
            <ac:spMkLst>
              <pc:docMk/>
              <pc:sldMasterMk cId="3145777673" sldId="2147483672"/>
              <pc:sldLayoutMk cId="2157310852" sldId="2147483679"/>
              <ac:spMk id="11" creationId="{A381091B-D27E-4F91-B78D-67C95A1ECD96}"/>
            </ac:spMkLst>
          </pc:spChg>
          <pc:picChg chg="add mod">
            <ac:chgData name="이효민[ 학부재학 / 사이버국방학과 ]" userId="3929b77a-7aa2-4a96-a97d-3b5ce13f9d26" providerId="ADAL" clId="{C51637DA-6AE0-49DB-8846-B0B68BB6DB08}" dt="2021-11-07T13:16:49.782" v="42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del">
            <ac:chgData name="이효민[ 학부재학 / 사이버국방학과 ]" userId="3929b77a-7aa2-4a96-a97d-3b5ce13f9d26" providerId="ADAL" clId="{C51637DA-6AE0-49DB-8846-B0B68BB6DB08}" dt="2021-11-07T13:16:46.776" v="38" actId="478"/>
            <ac:picMkLst>
              <pc:docMk/>
              <pc:sldMasterMk cId="3145777673" sldId="2147483672"/>
              <pc:sldLayoutMk cId="2157310852" sldId="2147483679"/>
              <ac:picMk id="10" creationId="{575D59D2-CA50-4BD3-885C-FF310F941F8E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0.139" v="45"/>
          <pc:sldLayoutMkLst>
            <pc:docMk/>
            <pc:sldMasterMk cId="3145777673" sldId="2147483672"/>
            <pc:sldLayoutMk cId="2831446787" sldId="2147483680"/>
          </pc:sldLayoutMkLst>
          <pc:spChg chg="del">
            <ac:chgData name="이효민[ 학부재학 / 사이버국방학과 ]" userId="3929b77a-7aa2-4a96-a97d-3b5ce13f9d26" providerId="ADAL" clId="{C51637DA-6AE0-49DB-8846-B0B68BB6DB08}" dt="2021-11-07T13:16:58.979" v="44" actId="478"/>
            <ac:spMkLst>
              <pc:docMk/>
              <pc:sldMasterMk cId="3145777673" sldId="2147483672"/>
              <pc:sldLayoutMk cId="2831446787" sldId="2147483680"/>
              <ac:spMk id="11" creationId="{6F4336A2-7505-4EE0-B3E2-F0A0CB5D09B8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57.930" v="43" actId="478"/>
            <ac:picMkLst>
              <pc:docMk/>
              <pc:sldMasterMk cId="3145777673" sldId="2147483672"/>
              <pc:sldLayoutMk cId="2831446787" sldId="2147483680"/>
              <ac:picMk id="10" creationId="{3290D07E-D76C-42CD-9A6F-11BE4CDA3820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0.139" v="45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3.950" v="47"/>
          <pc:sldLayoutMkLst>
            <pc:docMk/>
            <pc:sldMasterMk cId="3145777673" sldId="2147483672"/>
            <pc:sldLayoutMk cId="366081474" sldId="2147483681"/>
          </pc:sldLayoutMkLst>
          <pc:spChg chg="del">
            <ac:chgData name="이효민[ 학부재학 / 사이버국방학과 ]" userId="3929b77a-7aa2-4a96-a97d-3b5ce13f9d26" providerId="ADAL" clId="{C51637DA-6AE0-49DB-8846-B0B68BB6DB08}" dt="2021-11-07T13:17:03.254" v="46" actId="478"/>
            <ac:spMkLst>
              <pc:docMk/>
              <pc:sldMasterMk cId="3145777673" sldId="2147483672"/>
              <pc:sldLayoutMk cId="366081474" sldId="2147483681"/>
              <ac:spMk id="11" creationId="{1D26493C-0C13-4AA6-B47B-9CC7D9D3A06F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3.254" v="46" actId="478"/>
            <ac:picMkLst>
              <pc:docMk/>
              <pc:sldMasterMk cId="3145777673" sldId="2147483672"/>
              <pc:sldLayoutMk cId="366081474" sldId="2147483681"/>
              <ac:picMk id="10" creationId="{BA75D6C0-81DB-4FDD-A059-76501EBE9582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3.950" v="47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10.265" v="49"/>
          <pc:sldLayoutMkLst>
            <pc:docMk/>
            <pc:sldMasterMk cId="3145777673" sldId="2147483672"/>
            <pc:sldLayoutMk cId="3947021700" sldId="2147483683"/>
          </pc:sldLayoutMkLst>
          <pc:spChg chg="del">
            <ac:chgData name="이효민[ 학부재학 / 사이버국방학과 ]" userId="3929b77a-7aa2-4a96-a97d-3b5ce13f9d26" providerId="ADAL" clId="{C51637DA-6AE0-49DB-8846-B0B68BB6DB08}" dt="2021-11-07T13:17:09.382" v="48" actId="478"/>
            <ac:spMkLst>
              <pc:docMk/>
              <pc:sldMasterMk cId="3145777673" sldId="2147483672"/>
              <pc:sldLayoutMk cId="3947021700" sldId="2147483683"/>
              <ac:spMk id="10" creationId="{7CED9D3A-ECB2-473D-BC30-C5E49AC36834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9.382" v="48" actId="478"/>
            <ac:picMkLst>
              <pc:docMk/>
              <pc:sldMasterMk cId="3145777673" sldId="2147483672"/>
              <pc:sldLayoutMk cId="3947021700" sldId="2147483683"/>
              <ac:picMk id="9" creationId="{171B9225-0077-40F4-A200-2E04311B98F3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10.265" v="49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4681AFA6-7412-472C-B279-1691E0DFE314}"/>
    <pc:docChg chg="addSld modSld modSection">
      <pc:chgData name="이효민[ 학부재학 / 사이버국방학과 ]" userId="3929b77a-7aa2-4a96-a97d-3b5ce13f9d26" providerId="ADAL" clId="{4681AFA6-7412-472C-B279-1691E0DFE314}" dt="2022-01-04T13:51:12.156" v="81" actId="20577"/>
      <pc:docMkLst>
        <pc:docMk/>
      </pc:docMkLst>
      <pc:sldChg chg="modSp mod">
        <pc:chgData name="이효민[ 학부재학 / 사이버국방학과 ]" userId="3929b77a-7aa2-4a96-a97d-3b5ce13f9d26" providerId="ADAL" clId="{4681AFA6-7412-472C-B279-1691E0DFE314}" dt="2022-01-04T13:48:08.667" v="62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4681AFA6-7412-472C-B279-1691E0DFE314}" dt="2022-01-04T13:48:08.667" v="62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2257841193" sldId="336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2512924237" sldId="337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2689520069" sldId="338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3272402954" sldId="339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183333056" sldId="340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510643335" sldId="341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4138433461" sldId="342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2898219973" sldId="343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3551654958" sldId="344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1060725753" sldId="345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1905916021" sldId="346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4067344718" sldId="347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4134992018" sldId="348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1653835216" sldId="349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3072948615" sldId="350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1044635403" sldId="351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282861595" sldId="352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575907614" sldId="353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2703791191" sldId="354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1391933350" sldId="355"/>
        </pc:sldMkLst>
      </pc:sldChg>
      <pc:sldChg chg="add">
        <pc:chgData name="이효민[ 학부재학 / 사이버국방학과 ]" userId="3929b77a-7aa2-4a96-a97d-3b5ce13f9d26" providerId="ADAL" clId="{4681AFA6-7412-472C-B279-1691E0DFE314}" dt="2022-01-04T13:49:20.623" v="63"/>
        <pc:sldMkLst>
          <pc:docMk/>
          <pc:sldMk cId="3535607141" sldId="356"/>
        </pc:sldMkLst>
      </pc:sldChg>
      <pc:sldChg chg="modSp new mod">
        <pc:chgData name="이효민[ 학부재학 / 사이버국방학과 ]" userId="3929b77a-7aa2-4a96-a97d-3b5ce13f9d26" providerId="ADAL" clId="{4681AFA6-7412-472C-B279-1691E0DFE314}" dt="2022-01-04T13:51:12.156" v="81" actId="20577"/>
        <pc:sldMkLst>
          <pc:docMk/>
          <pc:sldMk cId="3680676155" sldId="357"/>
        </pc:sldMkLst>
        <pc:spChg chg="mod">
          <ac:chgData name="이효민[ 학부재학 / 사이버국방학과 ]" userId="3929b77a-7aa2-4a96-a97d-3b5ce13f9d26" providerId="ADAL" clId="{4681AFA6-7412-472C-B279-1691E0DFE314}" dt="2022-01-04T13:51:09.431" v="78" actId="20577"/>
          <ac:spMkLst>
            <pc:docMk/>
            <pc:sldMk cId="3680676155" sldId="357"/>
            <ac:spMk id="2" creationId="{819AC0C7-8026-4DFF-95E9-E7A33C1B3EE5}"/>
          </ac:spMkLst>
        </pc:spChg>
        <pc:spChg chg="mod">
          <ac:chgData name="이효민[ 학부재학 / 사이버국방학과 ]" userId="3929b77a-7aa2-4a96-a97d-3b5ce13f9d26" providerId="ADAL" clId="{4681AFA6-7412-472C-B279-1691E0DFE314}" dt="2022-01-04T13:51:12.156" v="81" actId="20577"/>
          <ac:spMkLst>
            <pc:docMk/>
            <pc:sldMk cId="3680676155" sldId="357"/>
            <ac:spMk id="3" creationId="{AA55CF2B-13B9-4C35-90D8-B88C8267E4C5}"/>
          </ac:spMkLst>
        </pc:spChg>
      </pc:sldChg>
    </pc:docChg>
  </pc:docChgLst>
  <pc:docChgLst>
    <pc:chgData name="이효민[ 학부재학 / 사이버국방학과 ]" userId="S::lhm1024@korea.edu::3929b77a-7aa2-4a96-a97d-3b5ce13f9d26" providerId="AD" clId="Web-{6EB83F11-3CD7-45CD-A060-8FE1D5F6A3F8}"/>
    <pc:docChg chg="addSld sldOrd modSection">
      <pc:chgData name="이효민[ 학부재학 / 사이버국방학과 ]" userId="S::lhm1024@korea.edu::3929b77a-7aa2-4a96-a97d-3b5ce13f9d26" providerId="AD" clId="Web-{6EB83F11-3CD7-45CD-A060-8FE1D5F6A3F8}" dt="2021-07-08T07:00:35.629" v="18"/>
      <pc:docMkLst>
        <pc:docMk/>
      </pc:docMkLst>
      <pc:sldChg chg="ord">
        <pc:chgData name="이효민[ 학부재학 / 사이버국방학과 ]" userId="S::lhm1024@korea.edu::3929b77a-7aa2-4a96-a97d-3b5ce13f9d26" providerId="AD" clId="Web-{6EB83F11-3CD7-45CD-A060-8FE1D5F6A3F8}" dt="2021-07-08T07:00:35.629" v="18"/>
        <pc:sldMkLst>
          <pc:docMk/>
          <pc:sldMk cId="3682925829" sldId="311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7"/>
        <pc:sldMkLst>
          <pc:docMk/>
          <pc:sldMk cId="3564423949" sldId="312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6"/>
        <pc:sldMkLst>
          <pc:docMk/>
          <pc:sldMk cId="228712980" sldId="313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5"/>
        <pc:sldMkLst>
          <pc:docMk/>
          <pc:sldMk cId="2150555230" sldId="314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4"/>
        <pc:sldMkLst>
          <pc:docMk/>
          <pc:sldMk cId="840296087" sldId="315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3"/>
        <pc:sldMkLst>
          <pc:docMk/>
          <pc:sldMk cId="607939077" sldId="316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2"/>
        <pc:sldMkLst>
          <pc:docMk/>
          <pc:sldMk cId="2416698218" sldId="317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1"/>
        <pc:sldMkLst>
          <pc:docMk/>
          <pc:sldMk cId="1137838211" sldId="318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0"/>
        <pc:sldMkLst>
          <pc:docMk/>
          <pc:sldMk cId="1114188019" sldId="319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9"/>
        <pc:sldMkLst>
          <pc:docMk/>
          <pc:sldMk cId="2617413653" sldId="320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8"/>
        <pc:sldMkLst>
          <pc:docMk/>
          <pc:sldMk cId="78947117" sldId="321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03" v="0"/>
        <pc:sldMkLst>
          <pc:docMk/>
          <pc:sldMk cId="3247097004" sldId="323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96" v="1"/>
        <pc:sldMkLst>
          <pc:docMk/>
          <pc:sldMk cId="1579073654" sldId="324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43" v="2"/>
        <pc:sldMkLst>
          <pc:docMk/>
          <pc:sldMk cId="2650239397" sldId="325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90" v="3"/>
        <pc:sldMkLst>
          <pc:docMk/>
          <pc:sldMk cId="3039382090" sldId="326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53" v="4"/>
        <pc:sldMkLst>
          <pc:docMk/>
          <pc:sldMk cId="168451364" sldId="327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99" v="5"/>
        <pc:sldMkLst>
          <pc:docMk/>
          <pc:sldMk cId="601295334" sldId="328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262" v="6"/>
        <pc:sldMkLst>
          <pc:docMk/>
          <pc:sldMk cId="4141664827" sldId="329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9:28.987" v="7"/>
        <pc:sldMkLst>
          <pc:docMk/>
          <pc:sldMk cId="1902405254" sldId="330"/>
        </pc:sldMkLst>
      </pc:sldChg>
    </pc:docChg>
  </pc:docChgLst>
  <pc:docChgLst>
    <pc:chgData name="이효민[ 학부재학 / 사이버국방학과 ]" userId="3929b77a-7aa2-4a96-a97d-3b5ce13f9d26" providerId="ADAL" clId="{771CA79D-EBBA-2145-8029-70F410A0BE61}"/>
    <pc:docChg chg="modMainMaster">
      <pc:chgData name="이효민[ 학부재학 / 사이버국방학과 ]" userId="3929b77a-7aa2-4a96-a97d-3b5ce13f9d26" providerId="ADAL" clId="{771CA79D-EBBA-2145-8029-70F410A0BE61}" dt="2022-11-04T02:05:55.001" v="6" actId="478"/>
      <pc:docMkLst>
        <pc:docMk/>
      </pc:docMkLst>
      <pc:sldMasterChg chg="delSp modSldLayout">
        <pc:chgData name="이효민[ 학부재학 / 사이버국방학과 ]" userId="3929b77a-7aa2-4a96-a97d-3b5ce13f9d26" providerId="ADAL" clId="{771CA79D-EBBA-2145-8029-70F410A0BE61}" dt="2022-11-04T02:05:55.001" v="6" actId="478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771CA79D-EBBA-2145-8029-70F410A0BE61}" dt="2022-11-04T02:05:38.286" v="1" actId="478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delSp">
          <pc:chgData name="이효민[ 학부재학 / 사이버국방학과 ]" userId="3929b77a-7aa2-4a96-a97d-3b5ce13f9d26" providerId="ADAL" clId="{771CA79D-EBBA-2145-8029-70F410A0BE61}" dt="2022-11-04T02:05:35.193" v="0" actId="478"/>
          <pc:sldLayoutMkLst>
            <pc:docMk/>
            <pc:sldMasterMk cId="3145777673" sldId="2147483672"/>
            <pc:sldLayoutMk cId="546768808" sldId="2147483673"/>
          </pc:sldLayoutMkLst>
          <pc:picChg chg="del">
            <ac:chgData name="이효민[ 학부재학 / 사이버국방학과 ]" userId="3929b77a-7aa2-4a96-a97d-3b5ce13f9d26" providerId="ADAL" clId="{771CA79D-EBBA-2145-8029-70F410A0BE61}" dt="2022-11-04T02:05:35.193" v="0" actId="478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</pc:sldLayoutChg>
        <pc:sldLayoutChg chg="delSp">
          <pc:chgData name="이효민[ 학부재학 / 사이버국방학과 ]" userId="3929b77a-7aa2-4a96-a97d-3b5ce13f9d26" providerId="ADAL" clId="{771CA79D-EBBA-2145-8029-70F410A0BE61}" dt="2022-11-04T02:05:41.066" v="2" actId="478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771CA79D-EBBA-2145-8029-70F410A0BE61}" dt="2022-11-04T02:05:41.066" v="2" actId="478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delSp">
          <pc:chgData name="이효민[ 학부재학 / 사이버국방학과 ]" userId="3929b77a-7aa2-4a96-a97d-3b5ce13f9d26" providerId="ADAL" clId="{771CA79D-EBBA-2145-8029-70F410A0BE61}" dt="2022-11-04T02:05:44.253" v="3" actId="478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771CA79D-EBBA-2145-8029-70F410A0BE61}" dt="2022-11-04T02:05:44.253" v="3" actId="478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delSp">
          <pc:chgData name="이효민[ 학부재학 / 사이버국방학과 ]" userId="3929b77a-7aa2-4a96-a97d-3b5ce13f9d26" providerId="ADAL" clId="{771CA79D-EBBA-2145-8029-70F410A0BE61}" dt="2022-11-04T02:05:47.719" v="4" actId="478"/>
          <pc:sldLayoutMkLst>
            <pc:docMk/>
            <pc:sldMasterMk cId="3145777673" sldId="2147483672"/>
            <pc:sldLayoutMk cId="2831446787" sldId="2147483680"/>
          </pc:sldLayoutMkLst>
          <pc:picChg chg="del">
            <ac:chgData name="이효민[ 학부재학 / 사이버국방학과 ]" userId="3929b77a-7aa2-4a96-a97d-3b5ce13f9d26" providerId="ADAL" clId="{771CA79D-EBBA-2145-8029-70F410A0BE61}" dt="2022-11-04T02:05:47.719" v="4" actId="478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</pc:sldLayoutChg>
        <pc:sldLayoutChg chg="delSp">
          <pc:chgData name="이효민[ 학부재학 / 사이버국방학과 ]" userId="3929b77a-7aa2-4a96-a97d-3b5ce13f9d26" providerId="ADAL" clId="{771CA79D-EBBA-2145-8029-70F410A0BE61}" dt="2022-11-04T02:05:51.266" v="5" actId="478"/>
          <pc:sldLayoutMkLst>
            <pc:docMk/>
            <pc:sldMasterMk cId="3145777673" sldId="2147483672"/>
            <pc:sldLayoutMk cId="366081474" sldId="2147483681"/>
          </pc:sldLayoutMkLst>
          <pc:picChg chg="del">
            <ac:chgData name="이효민[ 학부재학 / 사이버국방학과 ]" userId="3929b77a-7aa2-4a96-a97d-3b5ce13f9d26" providerId="ADAL" clId="{771CA79D-EBBA-2145-8029-70F410A0BE61}" dt="2022-11-04T02:05:51.266" v="5" actId="478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</pc:sldLayoutChg>
        <pc:sldLayoutChg chg="delSp">
          <pc:chgData name="이효민[ 학부재학 / 사이버국방학과 ]" userId="3929b77a-7aa2-4a96-a97d-3b5ce13f9d26" providerId="ADAL" clId="{771CA79D-EBBA-2145-8029-70F410A0BE61}" dt="2022-11-04T02:05:55.001" v="6" actId="478"/>
          <pc:sldLayoutMkLst>
            <pc:docMk/>
            <pc:sldMasterMk cId="3145777673" sldId="2147483672"/>
            <pc:sldLayoutMk cId="3947021700" sldId="2147483683"/>
          </pc:sldLayoutMkLst>
          <pc:picChg chg="del">
            <ac:chgData name="이효민[ 학부재학 / 사이버국방학과 ]" userId="3929b77a-7aa2-4a96-a97d-3b5ce13f9d26" providerId="ADAL" clId="{771CA79D-EBBA-2145-8029-70F410A0BE61}" dt="2022-11-04T02:05:55.001" v="6" actId="478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CA8A9-F0F6-47A0-AE59-EE8BA1D350D0}" type="datetimeFigureOut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599-2837-4A6A-84AA-59C1DB2CD0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646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61804"/>
            <a:ext cx="10058400" cy="35661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958473"/>
            <a:ext cx="10058400" cy="410746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B638-323D-49B2-BB1A-66B6C384CB8A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고딕11" panose="02020600000000000000" pitchFamily="18" charset="-127"/>
                <a:ea typeface="a고딕11" panose="02020600000000000000" pitchFamily="18" charset="-127"/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46252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76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8290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07723"/>
            <a:ext cx="1005840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v"/>
              <a:defRPr b="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8CAE5-601C-4E85-AD8D-C7C12DB03930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928E83-8EB3-4F03-A738-F765C3B8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908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A3C6A-53FA-4313-AAF8-38289F9BDB37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6A2A5D-356D-40C2-894B-D0B47CDD04D5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5285024-8F71-45B0-B709-E4A899DBC3B4}"/>
              </a:ext>
            </a:extLst>
          </p:cNvPr>
          <p:cNvSpPr txBox="1">
            <a:spLocks/>
          </p:cNvSpPr>
          <p:nvPr userDrawn="1"/>
        </p:nvSpPr>
        <p:spPr>
          <a:xfrm>
            <a:off x="5641805" y="60688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32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A3117-E2A6-4AC4-8122-B1F047B6E776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C6E3C41-F5BF-4839-A28F-442362EBCB08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78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98D8-68FB-4B04-88C3-8B03BABBF707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E869A7D-4466-4F38-AF3D-C8F6331593D2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8719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D8E8-BF08-4215-82FA-6C38FBEA1CDA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F019259-247C-403D-B974-F1F579D0B893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611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1143-153F-4F7F-99C3-6DE50F1B9E66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BEF6F52-6374-48E3-A0AA-8AA260415017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731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B991D8-E253-4E81-B2F0-83165905CE29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0981C88-C510-44CF-80A8-6D2DD4D12EA6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44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9E6337-4C87-4AAC-85FB-A1A543922A7C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8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2BE6-98E0-4461-8058-037AE57844FD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DDB8FD-FCF8-44F9-933F-AA03AEC79344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42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FAB4B-15D1-4BA8-BE88-443A455D2818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AB7DEE-0E95-413B-B102-8E885B6407DA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02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86A888A-EFAA-479A-8905-167092D8D4D0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a고딕15" panose="02020600000000000000" pitchFamily="18" charset="-127"/>
          <a:ea typeface="a고딕15" panose="02020600000000000000" pitchFamily="18" charset="-127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swigger.net/web-security/csrf/lab-no-defense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swigger.net/web-security/cross-site-scripting/exploiting/lab-perform-csr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lhm1024@korea.ac.kr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reamhack.io/wargame/challenges/26/?page=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CB0BF-81E0-42EC-91C8-E32C84440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205318"/>
            <a:ext cx="10058400" cy="16357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Web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 </a:t>
            </a:r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Security 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소수전공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79862-334E-462A-BC01-BB5250028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998261"/>
            <a:ext cx="10058400" cy="801266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a고딕13" panose="02020600000000000000" pitchFamily="18" charset="-127"/>
                <a:ea typeface="a고딕13" panose="02020600000000000000" pitchFamily="18" charset="-127"/>
              </a:rPr>
              <a:t>이효민</a:t>
            </a:r>
          </a:p>
        </p:txBody>
      </p:sp>
    </p:spTree>
    <p:extLst>
      <p:ext uri="{BB962C8B-B14F-4D97-AF65-F5344CB8AC3E}">
        <p14:creationId xmlns:p14="http://schemas.microsoft.com/office/powerpoint/2010/main" val="427187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497E7-CDC4-491E-B123-9B51288F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6ED39-4317-4F55-8003-2D3059F91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Cross-Site-Request-Forgery (CSRF)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3A9907-FD90-4D06-AEC5-16C6A702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44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677F4-E779-466D-ADF6-5188B068D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CSRF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237BE8-CC39-4C8B-BBB6-993B0A8DF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Cross Site Request Forgery (CSRF)</a:t>
            </a:r>
          </a:p>
          <a:p>
            <a:endParaRPr lang="en-US" altLang="ko-KR" dirty="0"/>
          </a:p>
          <a:p>
            <a:r>
              <a:rPr lang="ko-KR" altLang="en-US" dirty="0"/>
              <a:t>비정상적으로 </a:t>
            </a:r>
            <a:r>
              <a:rPr lang="ko-KR" altLang="en-US" b="1" dirty="0"/>
              <a:t>사용자의 의도와 무관하게 다른 사이트에 </a:t>
            </a:r>
            <a:r>
              <a:rPr lang="en-US" altLang="ko-KR" b="1" dirty="0"/>
              <a:t>HTTP </a:t>
            </a:r>
            <a:r>
              <a:rPr lang="ko-KR" altLang="en-US" b="1" dirty="0"/>
              <a:t>요청</a:t>
            </a:r>
            <a:r>
              <a:rPr lang="ko-KR" altLang="en-US" dirty="0"/>
              <a:t>을 보내는 공격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공격자가 사용자가 작업을 수행하도록 유도할 수 있는 취약점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412FF4-1D6B-4E89-AEEA-19E6D0D29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841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66F722-3DA9-4481-9719-BAF7B16C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CSRF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174EBD5-12A6-4216-83DE-FD943A441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687" y="1893760"/>
            <a:ext cx="7345459" cy="4022725"/>
          </a:xfr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C540B-06C2-40A1-8AB7-31755F19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924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62AC4-C59A-40B0-AD0F-3ED085A7F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Impact of CSRF attack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B3A346-3440-4528-88B0-81DE32A5D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CSRF</a:t>
            </a:r>
            <a:r>
              <a:rPr lang="ko-KR" altLang="en-US" dirty="0"/>
              <a:t> 공격이 성공하면 공격자는 사용자가 의도하지 않은 작업을 수행하도록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계정의 이메일 주소를 변경하거나</a:t>
            </a:r>
            <a:r>
              <a:rPr lang="en-US" altLang="ko-KR" dirty="0"/>
              <a:t>, </a:t>
            </a:r>
            <a:r>
              <a:rPr lang="ko-KR" altLang="en-US" dirty="0"/>
              <a:t>비밀번호 변경</a:t>
            </a:r>
            <a:r>
              <a:rPr lang="en-US" altLang="ko-KR" dirty="0"/>
              <a:t>, </a:t>
            </a:r>
            <a:r>
              <a:rPr lang="ko-KR" altLang="en-US" dirty="0"/>
              <a:t>송금 수단 변경</a:t>
            </a:r>
            <a:r>
              <a:rPr lang="en-US" altLang="ko-KR" dirty="0"/>
              <a:t>, </a:t>
            </a:r>
            <a:r>
              <a:rPr lang="ko-KR" altLang="en-US" dirty="0"/>
              <a:t>로그아웃 등 여러 기능 작업을 수행하도록 유도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011D1-92FB-445C-9093-BCD02167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952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23BE22-8DCC-49B0-858D-1DF5C4C3A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does CSRF work?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60827-6FCC-4DA8-8C9C-E0662051B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CSRF </a:t>
            </a:r>
            <a:r>
              <a:rPr lang="ko-KR" altLang="en-US" dirty="0"/>
              <a:t>공격을 수행하려면 세 가지 주요 조건이 있어야 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관련이 있는 작업</a:t>
            </a:r>
            <a:endParaRPr lang="en-US" altLang="ko-KR" dirty="0"/>
          </a:p>
          <a:p>
            <a:pPr lvl="2"/>
            <a:r>
              <a:rPr lang="ko-KR" altLang="en-US" dirty="0"/>
              <a:t>공격자가 해당 기능으로 </a:t>
            </a:r>
            <a:r>
              <a:rPr lang="ko-KR" altLang="en-US" b="1" dirty="0"/>
              <a:t>유도하는 이유가 </a:t>
            </a:r>
            <a:r>
              <a:rPr lang="ko-KR" altLang="en-US" dirty="0"/>
              <a:t>있어야 함</a:t>
            </a:r>
            <a:r>
              <a:rPr lang="en-US" altLang="ko-KR" dirty="0"/>
              <a:t>. (</a:t>
            </a:r>
            <a:r>
              <a:rPr lang="ko-KR" altLang="en-US" dirty="0"/>
              <a:t>암호 변경</a:t>
            </a:r>
            <a:r>
              <a:rPr lang="en-US" altLang="ko-KR" dirty="0"/>
              <a:t>, </a:t>
            </a:r>
            <a:r>
              <a:rPr lang="ko-KR" altLang="en-US" dirty="0"/>
              <a:t>사용 권한 수정 등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Cookie </a:t>
            </a:r>
            <a:r>
              <a:rPr lang="ko-KR" altLang="en-US" dirty="0"/>
              <a:t>기반 </a:t>
            </a:r>
            <a:r>
              <a:rPr lang="en-US" altLang="ko-KR" dirty="0"/>
              <a:t>session </a:t>
            </a:r>
            <a:r>
              <a:rPr lang="ko-KR" altLang="en-US" dirty="0"/>
              <a:t>처리</a:t>
            </a:r>
            <a:endParaRPr lang="en-US" altLang="ko-KR" dirty="0"/>
          </a:p>
          <a:p>
            <a:pPr lvl="2"/>
            <a:r>
              <a:rPr lang="en-US" altLang="ko-KR" dirty="0"/>
              <a:t>Application</a:t>
            </a:r>
            <a:r>
              <a:rPr lang="ko-KR" altLang="en-US" dirty="0"/>
              <a:t>에서 세션 쿠키에 의존하여 요청을 수행한 사용자를 식별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다른 메커니즘이 없어야 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예측할 수 없는 </a:t>
            </a:r>
            <a:r>
              <a:rPr lang="en-US" altLang="ko-KR" dirty="0"/>
              <a:t>parameter</a:t>
            </a:r>
            <a:r>
              <a:rPr lang="ko-KR" altLang="en-US" dirty="0"/>
              <a:t>가 없어야 함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공격자가</a:t>
            </a:r>
            <a:r>
              <a:rPr lang="en-US" altLang="ko-KR" dirty="0"/>
              <a:t> </a:t>
            </a:r>
            <a:r>
              <a:rPr lang="ko-KR" altLang="en-US" dirty="0"/>
              <a:t>추측할 수 없는 매개 변수가 포함되어 있으면 취약하지 않음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사용자가 암호를 변경하는 경우 공격자가 기존 암호 값을 알아야 하는 경우 취약하지 않음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66C1FB-DFF0-4889-AD3E-E653E638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2402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23BE22-8DCC-49B0-858D-1DF5C4C3A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does CSRF work?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60827-6FCC-4DA8-8C9C-E0662051B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사용자 계정의 이메일 주소를 변경할 수 있는 기능을 가정해보자</a:t>
            </a:r>
            <a:endParaRPr lang="en-US" altLang="ko-KR" dirty="0"/>
          </a:p>
          <a:p>
            <a:r>
              <a:rPr lang="en-US" altLang="ko-KR" dirty="0"/>
              <a:t>HTTP </a:t>
            </a:r>
            <a:r>
              <a:rPr lang="ko-KR" altLang="en-US" dirty="0"/>
              <a:t>요청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66C1FB-DFF0-4889-AD3E-E653E638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6" name="그림 5" descr="텍스트, 실내, 스크린샷이(가) 표시된 사진&#10;&#10;자동 생성된 설명">
            <a:extLst>
              <a:ext uri="{FF2B5EF4-FFF2-40B4-BE49-F238E27FC236}">
                <a16:creationId xmlns:a16="http://schemas.microsoft.com/office/drawing/2014/main" id="{E8048B9D-18F2-4368-AC5B-59952BF84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882" y="2884004"/>
            <a:ext cx="7976236" cy="29336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333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23BE22-8DCC-49B0-858D-1DF5C4C3A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does CSRF work?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60827-6FCC-4DA8-8C9C-E0662051B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앞선 가정은 </a:t>
            </a:r>
            <a:r>
              <a:rPr lang="en-US" altLang="ko-KR" dirty="0"/>
              <a:t>CSRF </a:t>
            </a:r>
            <a:r>
              <a:rPr lang="ko-KR" altLang="en-US" dirty="0"/>
              <a:t>조건을 충족함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이메일 변경 기능은 공격자가 관심을 가질 수 있음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 기능을 통해서 공격자는 암호 재설정하여 계정 탈취 등 연계 작업이 가능함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이 </a:t>
            </a:r>
            <a:r>
              <a:rPr lang="en-US" altLang="ko-KR" dirty="0"/>
              <a:t>application</a:t>
            </a:r>
            <a:r>
              <a:rPr lang="ko-KR" altLang="en-US" dirty="0"/>
              <a:t>은 세션 쿠키를 사용해서 사용자를 식별함</a:t>
            </a:r>
            <a:r>
              <a:rPr lang="en-US" altLang="ko-KR" dirty="0"/>
              <a:t>. </a:t>
            </a:r>
            <a:r>
              <a:rPr lang="ko-KR" altLang="en-US" dirty="0"/>
              <a:t>다른 토큰이나 메커니즘이 없음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공격자는 작업을 수행하는 데 필요한 매개 변수 값을 쉽게 확인 가능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66C1FB-DFF0-4889-AD3E-E653E638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0643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D4D6A-AE60-4EEF-AD42-FA46A835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does CSRF work?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31F5C7-3B1E-4AE1-99E5-D0CA84470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이러한 조건이 충족되면</a:t>
            </a:r>
            <a:r>
              <a:rPr lang="en-US" altLang="ko-KR" dirty="0"/>
              <a:t>, </a:t>
            </a:r>
            <a:r>
              <a:rPr lang="ko-KR" altLang="en-US" dirty="0"/>
              <a:t>공격자는 다음 </a:t>
            </a:r>
            <a:r>
              <a:rPr lang="en-US" altLang="ko-KR" dirty="0"/>
              <a:t>HTML</a:t>
            </a:r>
            <a:r>
              <a:rPr lang="ko-KR" altLang="en-US" dirty="0"/>
              <a:t>을 포함하는 웹 페이지를 구성할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F4A433-043E-499E-A935-C17FEFA7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16097620-4452-401B-B3C5-280059EE7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52" y="2642972"/>
            <a:ext cx="8030696" cy="30960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8433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92F64-E034-4331-A123-C0DA7B65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does CSRF work?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E7EED-BE87-4955-B8A4-875D0E124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사용자가 공격자의 웹 페이지를 방문하면 다음과 같은 상황이 발생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공격자 페이지에 접속하자</a:t>
            </a:r>
            <a:r>
              <a:rPr lang="en-US" altLang="ko-KR" dirty="0"/>
              <a:t>, </a:t>
            </a:r>
            <a:r>
              <a:rPr lang="ko-KR" altLang="en-US" dirty="0"/>
              <a:t>취약한 웹 사이트로 이메일 변경하는 </a:t>
            </a:r>
            <a:r>
              <a:rPr lang="en-US" altLang="ko-KR" dirty="0"/>
              <a:t>HTTP </a:t>
            </a:r>
            <a:r>
              <a:rPr lang="ko-KR" altLang="en-US" dirty="0"/>
              <a:t>요청을 발생시킴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사용자가 취약한 웹 사이트에 로그인이 되어 있다면</a:t>
            </a:r>
            <a:r>
              <a:rPr lang="en-US" altLang="ko-KR" dirty="0"/>
              <a:t>, </a:t>
            </a:r>
            <a:r>
              <a:rPr lang="ko-KR" altLang="en-US" dirty="0"/>
              <a:t>브라우저에 세션 쿠키가 </a:t>
            </a:r>
            <a:r>
              <a:rPr lang="en-US" altLang="ko-KR" dirty="0"/>
              <a:t>HTTP </a:t>
            </a:r>
            <a:r>
              <a:rPr lang="ko-KR" altLang="en-US" dirty="0"/>
              <a:t>요청에 자동으로 포함됨</a:t>
            </a:r>
            <a:r>
              <a:rPr lang="en-US" altLang="ko-KR" dirty="0"/>
              <a:t>. (</a:t>
            </a:r>
            <a:r>
              <a:rPr lang="en-US" altLang="ko-KR" dirty="0" err="1"/>
              <a:t>SameSite</a:t>
            </a:r>
            <a:r>
              <a:rPr lang="en-US" altLang="ko-KR" dirty="0"/>
              <a:t> cookie</a:t>
            </a:r>
            <a:r>
              <a:rPr lang="ko-KR" altLang="en-US" dirty="0"/>
              <a:t>를 사용하지 않는 것으로 가정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취약한 웹 사이트는 정상적으로 요청을 처리하고</a:t>
            </a:r>
            <a:r>
              <a:rPr lang="en-US" altLang="ko-KR" dirty="0"/>
              <a:t>, </a:t>
            </a:r>
            <a:r>
              <a:rPr lang="ko-KR" altLang="en-US" dirty="0"/>
              <a:t>전자 메일 주소를 변경함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872B68-CC75-464C-8F72-6D86750C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8219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9470B-FE1E-4792-B02F-446B5D34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construct a CSRF attack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F39E22-82C2-46DB-9D67-D7613E998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https://portswigger.net/web-security/csrf/lab-no-defenses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wiener:peter</a:t>
            </a:r>
            <a:endParaRPr lang="en-US" altLang="ko-KR" b="0" i="0" dirty="0">
              <a:solidFill>
                <a:srgbClr val="333332"/>
              </a:solidFill>
              <a:effectLst/>
              <a:latin typeface="Courier"/>
            </a:endParaRPr>
          </a:p>
          <a:p>
            <a:pPr lvl="1"/>
            <a:endParaRPr lang="en-US" altLang="ko-KR" dirty="0"/>
          </a:p>
          <a:p>
            <a:r>
              <a:rPr lang="en-US" altLang="ko-KR" dirty="0"/>
              <a:t>CSRF </a:t>
            </a:r>
            <a:r>
              <a:rPr lang="ko-KR" altLang="en-US" dirty="0"/>
              <a:t>공격을 실습해봅시다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BEEB08-EA36-4E9E-A44A-C01F392A0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654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73250-F07D-4458-BD9A-D94BD44C9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construct a CSRF attack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194B50-006E-4FBC-A7C0-92DC4249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2EB17-5DBC-475C-8B39-9E5A03DFE89C}"/>
              </a:ext>
            </a:extLst>
          </p:cNvPr>
          <p:cNvSpPr txBox="1"/>
          <p:nvPr/>
        </p:nvSpPr>
        <p:spPr>
          <a:xfrm>
            <a:off x="1307950" y="2734235"/>
            <a:ext cx="9637059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&lt;form method="post" action="https://target-ac681f131f034dca80b7cf5600ca009c.web-security-academy.net/my-account/change-email"&gt;</a:t>
            </a:r>
          </a:p>
          <a:p>
            <a:r>
              <a:rPr lang="en-US" altLang="ko-KR" dirty="0"/>
              <a:t>     &lt;input type="hidden" name="email" value="lhm1024@korea.ac.kr"&gt;</a:t>
            </a:r>
          </a:p>
          <a:p>
            <a:r>
              <a:rPr lang="en-US" altLang="ko-KR" dirty="0"/>
              <a:t>&lt;/form&gt;</a:t>
            </a:r>
          </a:p>
          <a:p>
            <a:r>
              <a:rPr lang="en-US" altLang="ko-KR" dirty="0"/>
              <a:t>&lt;script&gt;</a:t>
            </a:r>
          </a:p>
          <a:p>
            <a:r>
              <a:rPr lang="en-US" altLang="ko-KR" dirty="0"/>
              <a:t>      </a:t>
            </a:r>
            <a:r>
              <a:rPr lang="en-US" altLang="ko-KR" dirty="0" err="1"/>
              <a:t>document.forms</a:t>
            </a:r>
            <a:r>
              <a:rPr lang="en-US" altLang="ko-KR" dirty="0"/>
              <a:t>[0].submit();</a:t>
            </a:r>
          </a:p>
          <a:p>
            <a:r>
              <a:rPr lang="en-US" altLang="ko-KR" dirty="0"/>
              <a:t>&lt;/script&gt;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0725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ECA32-C4D8-4FF4-8301-9FC3AFB5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deliver a CSRF exploit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18B668-9CA6-4CEA-A549-FD1ADE82B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CSRF</a:t>
            </a:r>
            <a:r>
              <a:rPr lang="ko-KR" altLang="en-US" dirty="0"/>
              <a:t>를 위해 유포 메커니즘은 </a:t>
            </a:r>
            <a:r>
              <a:rPr lang="en-US" altLang="ko-KR" dirty="0"/>
              <a:t>Reflected XSS</a:t>
            </a:r>
            <a:r>
              <a:rPr lang="ko-KR" altLang="en-US" dirty="0"/>
              <a:t>와 동일함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일반적으로 공격자는 악성 </a:t>
            </a:r>
            <a:r>
              <a:rPr lang="en-US" altLang="ko-KR" dirty="0"/>
              <a:t>HTML</a:t>
            </a:r>
            <a:r>
              <a:rPr lang="ko-KR" altLang="en-US" dirty="0"/>
              <a:t>을 자신의 웹 사이트에 올린 다음</a:t>
            </a:r>
            <a:r>
              <a:rPr lang="en-US" altLang="ko-KR" dirty="0"/>
              <a:t>, </a:t>
            </a:r>
            <a:r>
              <a:rPr lang="ko-KR" altLang="en-US" dirty="0"/>
              <a:t>피해자들이 해당 웹 사이트를 방문하도록 유도함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Email</a:t>
            </a:r>
            <a:r>
              <a:rPr lang="ko-KR" altLang="en-US" dirty="0"/>
              <a:t>이나 </a:t>
            </a:r>
            <a:r>
              <a:rPr lang="en-US" altLang="ko-KR" dirty="0"/>
              <a:t>Social media</a:t>
            </a:r>
            <a:r>
              <a:rPr lang="ko-KR" altLang="en-US" dirty="0"/>
              <a:t>를 통해서 제공하면 됨</a:t>
            </a:r>
            <a:r>
              <a:rPr lang="en-US" altLang="ko-KR" dirty="0"/>
              <a:t>. </a:t>
            </a:r>
            <a:r>
              <a:rPr lang="ko-KR" altLang="en-US" dirty="0"/>
              <a:t>혹은 게시판 같은 곳에 링크를 유포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단순한 </a:t>
            </a:r>
            <a:r>
              <a:rPr lang="en-US" altLang="ko-KR" dirty="0"/>
              <a:t>GET </a:t>
            </a:r>
            <a:r>
              <a:rPr lang="ko-KR" altLang="en-US" dirty="0"/>
              <a:t>방식을 이용하는 </a:t>
            </a:r>
            <a:r>
              <a:rPr lang="en-US" altLang="ko-KR" dirty="0"/>
              <a:t>CSRF </a:t>
            </a:r>
            <a:r>
              <a:rPr lang="ko-KR" altLang="en-US" dirty="0"/>
              <a:t>공격은</a:t>
            </a:r>
            <a:r>
              <a:rPr lang="en-US" altLang="ko-KR" dirty="0"/>
              <a:t>, </a:t>
            </a:r>
            <a:r>
              <a:rPr lang="ko-KR" altLang="en-US" dirty="0"/>
              <a:t>단일 </a:t>
            </a:r>
            <a:r>
              <a:rPr lang="en-US" altLang="ko-KR" dirty="0"/>
              <a:t>URL</a:t>
            </a:r>
            <a:r>
              <a:rPr lang="ko-KR" altLang="en-US" dirty="0"/>
              <a:t>로 </a:t>
            </a:r>
            <a:r>
              <a:rPr lang="en-US" altLang="ko-KR" dirty="0"/>
              <a:t>payload</a:t>
            </a:r>
            <a:r>
              <a:rPr lang="ko-KR" altLang="en-US" dirty="0"/>
              <a:t>를 구성할 수 있음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 경우 공격자의 외부 사이트를 이용할 필요가 없으며</a:t>
            </a:r>
            <a:r>
              <a:rPr lang="en-US" altLang="ko-KR" dirty="0"/>
              <a:t>, </a:t>
            </a:r>
            <a:r>
              <a:rPr lang="ko-KR" altLang="en-US" dirty="0"/>
              <a:t>해당 </a:t>
            </a:r>
            <a:r>
              <a:rPr lang="en-US" altLang="ko-KR" dirty="0"/>
              <a:t>URL</a:t>
            </a:r>
            <a:r>
              <a:rPr lang="ko-KR" altLang="en-US" dirty="0"/>
              <a:t>을 직접 제공할 수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&lt;</a:t>
            </a:r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img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 </a:t>
            </a:r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src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="https://vulnerable-website.com/email/</a:t>
            </a:r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change?email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=pwned@evil-user.net"&gt;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A65756-2F11-4BDD-8BE1-F8267FA9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5916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DBA8E-DB8A-4C79-988D-7E17ED29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XSS vs CSRF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4A4362-202A-49ED-88E4-552D6F6EE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XSS</a:t>
            </a:r>
          </a:p>
          <a:p>
            <a:pPr lvl="1"/>
            <a:r>
              <a:rPr lang="ko-KR" altLang="en-US" dirty="0"/>
              <a:t>임의의 자바스크립트 코드를 실행시킴</a:t>
            </a:r>
            <a:endParaRPr lang="en-US" altLang="ko-KR" dirty="0"/>
          </a:p>
          <a:p>
            <a:r>
              <a:rPr lang="en-US" altLang="ko-KR" dirty="0"/>
              <a:t>CSRF</a:t>
            </a:r>
          </a:p>
          <a:p>
            <a:pPr lvl="1"/>
            <a:r>
              <a:rPr lang="ko-KR" altLang="en-US" dirty="0"/>
              <a:t>사용자가 의도치 않은 동작을 실행시킴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1" dirty="0"/>
              <a:t>XSS </a:t>
            </a:r>
            <a:r>
              <a:rPr lang="ko-KR" altLang="en-US" b="1" dirty="0"/>
              <a:t>취약점의 결과는 일반적으로 </a:t>
            </a:r>
            <a:r>
              <a:rPr lang="en-US" altLang="ko-KR" b="1" dirty="0"/>
              <a:t>CSRF </a:t>
            </a:r>
            <a:r>
              <a:rPr lang="ko-KR" altLang="en-US" b="1" dirty="0"/>
              <a:t>보다 심각함</a:t>
            </a:r>
            <a:r>
              <a:rPr lang="en-US" altLang="ko-KR" b="1" dirty="0"/>
              <a:t>!!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4E651B-DD5A-44BE-953D-4C966017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7344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DBA8E-DB8A-4C79-988D-7E17ED29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XSS vs CSRF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4A4362-202A-49ED-88E4-552D6F6EE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CSRF</a:t>
            </a:r>
            <a:r>
              <a:rPr lang="ko-KR" altLang="en-US" dirty="0"/>
              <a:t>는 종종 사용자가 수행할 수 있는 </a:t>
            </a:r>
            <a:r>
              <a:rPr lang="ko-KR" altLang="en-US" b="1" dirty="0"/>
              <a:t>일부 작업</a:t>
            </a:r>
            <a:r>
              <a:rPr lang="ko-KR" altLang="en-US" dirty="0"/>
              <a:t>에만 적용</a:t>
            </a:r>
            <a:endParaRPr lang="en-US" altLang="ko-KR" dirty="0"/>
          </a:p>
          <a:p>
            <a:endParaRPr lang="en-US" altLang="ko-KR" b="1" dirty="0"/>
          </a:p>
          <a:p>
            <a:r>
              <a:rPr lang="ko-KR" altLang="en-US" b="1" dirty="0"/>
              <a:t>반대로</a:t>
            </a:r>
            <a:r>
              <a:rPr lang="en-US" altLang="ko-KR" b="1" dirty="0"/>
              <a:t> XSS </a:t>
            </a:r>
            <a:r>
              <a:rPr lang="ko-KR" altLang="en-US" b="1" dirty="0"/>
              <a:t>공격이 성공하면 취약점이 발생하는 기능에 관계없이 사용자의 모든 작업을 수행 가능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dirty="0"/>
              <a:t>CSRF</a:t>
            </a:r>
            <a:r>
              <a:rPr lang="ko-KR" altLang="en-US" dirty="0"/>
              <a:t>는 </a:t>
            </a:r>
            <a:r>
              <a:rPr lang="en-US" altLang="ko-KR" dirty="0"/>
              <a:t>“one-way” </a:t>
            </a:r>
            <a:r>
              <a:rPr lang="ko-KR" altLang="en-US" dirty="0"/>
              <a:t>단방향 취약성임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HTTP </a:t>
            </a:r>
            <a:r>
              <a:rPr lang="ko-KR" altLang="en-US" dirty="0"/>
              <a:t>요청을 이끌 순 있지만 </a:t>
            </a:r>
            <a:r>
              <a:rPr lang="en-US" altLang="ko-KR" dirty="0"/>
              <a:t>response</a:t>
            </a:r>
            <a:r>
              <a:rPr lang="ko-KR" altLang="en-US" dirty="0"/>
              <a:t>를 검색할 수 없음</a:t>
            </a:r>
            <a:r>
              <a:rPr lang="en-US" altLang="ko-KR" dirty="0"/>
              <a:t>!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반대로 </a:t>
            </a:r>
            <a:r>
              <a:rPr lang="en-US" altLang="ko-KR" dirty="0"/>
              <a:t>XSS</a:t>
            </a:r>
            <a:r>
              <a:rPr lang="ko-KR" altLang="en-US" dirty="0"/>
              <a:t>는 공격자가 주입한 스크립트가 </a:t>
            </a:r>
            <a:r>
              <a:rPr lang="en-US" altLang="ko-KR" dirty="0"/>
              <a:t>request, response </a:t>
            </a:r>
            <a:r>
              <a:rPr lang="ko-KR" altLang="en-US" dirty="0"/>
              <a:t>모두 컨트롤 가능하므로 </a:t>
            </a:r>
            <a:r>
              <a:rPr lang="en-US" altLang="ko-KR" dirty="0"/>
              <a:t>“two-way” </a:t>
            </a:r>
            <a:r>
              <a:rPr lang="ko-KR" altLang="en-US" dirty="0"/>
              <a:t>양방향임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4E651B-DD5A-44BE-953D-4C966017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4992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01620-0588-4BD0-821F-83181477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Preventing</a:t>
            </a:r>
            <a:r>
              <a:rPr lang="ko-KR" altLang="en-US" dirty="0"/>
              <a:t> </a:t>
            </a:r>
            <a:r>
              <a:rPr lang="en-US" altLang="ko-KR" dirty="0"/>
              <a:t>CSRF</a:t>
            </a:r>
            <a:r>
              <a:rPr lang="ko-KR" altLang="en-US" dirty="0"/>
              <a:t> </a:t>
            </a:r>
            <a:r>
              <a:rPr lang="en-US" altLang="ko-KR" dirty="0"/>
              <a:t>attacks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51C74-BD6B-4D6F-9214-D455CE7B8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두 가지 방법을 </a:t>
            </a:r>
            <a:r>
              <a:rPr lang="ko-KR" altLang="en-US" dirty="0"/>
              <a:t>생각해볼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1. </a:t>
            </a:r>
            <a:r>
              <a:rPr lang="ko-KR" altLang="en-US" b="1" dirty="0"/>
              <a:t>세션 쿠키 대신 커스텀 헤더를 사용하여 인증</a:t>
            </a:r>
            <a:endParaRPr lang="en-US" altLang="ko-KR" b="1" dirty="0"/>
          </a:p>
          <a:p>
            <a:pPr lvl="1"/>
            <a:r>
              <a:rPr lang="en-US" altLang="ko-KR" dirty="0"/>
              <a:t>(e.g. Authorization)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공격자가 예측할 수 없는 파라미터 추가 및 검증</a:t>
            </a:r>
            <a:endParaRPr lang="en-US" altLang="ko-KR" b="1" dirty="0"/>
          </a:p>
          <a:p>
            <a:pPr lvl="1"/>
            <a:r>
              <a:rPr lang="en-US" altLang="ko-KR" dirty="0"/>
              <a:t>Same origin </a:t>
            </a:r>
            <a:r>
              <a:rPr lang="ko-KR" altLang="en-US" dirty="0"/>
              <a:t>에서만 접근 가능한 데이터를 주고 받아</a:t>
            </a:r>
            <a:r>
              <a:rPr lang="en-US" altLang="ko-KR" dirty="0"/>
              <a:t>, </a:t>
            </a:r>
            <a:r>
              <a:rPr lang="ko-KR" altLang="en-US" dirty="0"/>
              <a:t>이 데이터를 확인하여 요청을 처리</a:t>
            </a:r>
            <a:endParaRPr lang="en-US" altLang="ko-KR" dirty="0"/>
          </a:p>
          <a:p>
            <a:pPr lvl="2"/>
            <a:r>
              <a:rPr lang="en-US" altLang="ko-KR" b="1" dirty="0"/>
              <a:t>CSRF Token</a:t>
            </a:r>
          </a:p>
          <a:p>
            <a:pPr lvl="1"/>
            <a:r>
              <a:rPr lang="en-US" altLang="ko-KR" dirty="0"/>
              <a:t>CAPTCHA</a:t>
            </a:r>
          </a:p>
          <a:p>
            <a:pPr lvl="1"/>
            <a:r>
              <a:rPr lang="ko-KR" altLang="en-US" dirty="0"/>
              <a:t>비밀번호 검증 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C772EB-4BB9-487E-97C4-DBB80E04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3835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F9585-CF3D-43D9-8092-12592924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CSRF Token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1879C-268D-4465-8CDE-86A0892F3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서버에서 생성되어</a:t>
            </a:r>
            <a:r>
              <a:rPr lang="en-US" altLang="ko-KR" dirty="0"/>
              <a:t>, </a:t>
            </a:r>
            <a:r>
              <a:rPr lang="ko-KR" altLang="en-US" dirty="0"/>
              <a:t>클라이언트에서 </a:t>
            </a:r>
            <a:r>
              <a:rPr lang="en-US" altLang="ko-KR" dirty="0"/>
              <a:t>HTTP </a:t>
            </a:r>
            <a:r>
              <a:rPr lang="ko-KR" altLang="en-US" dirty="0"/>
              <a:t>요청을 보낼 때</a:t>
            </a:r>
            <a:r>
              <a:rPr lang="en-US" altLang="ko-KR" dirty="0"/>
              <a:t>, </a:t>
            </a:r>
            <a:r>
              <a:rPr lang="ko-KR" altLang="en-US" dirty="0"/>
              <a:t>전달되는 비밀이고 예측할 수 없는 값</a:t>
            </a:r>
            <a:endParaRPr lang="en-US" altLang="ko-KR" dirty="0"/>
          </a:p>
          <a:p>
            <a:r>
              <a:rPr lang="ko-KR" altLang="en-US" dirty="0"/>
              <a:t>서버는 해당 값 검증을 통해</a:t>
            </a:r>
            <a:r>
              <a:rPr lang="en-US" altLang="ko-KR" dirty="0"/>
              <a:t>, </a:t>
            </a:r>
            <a:r>
              <a:rPr lang="ko-KR" altLang="en-US" dirty="0"/>
              <a:t>쿠키 세션 이외의 추가적인 인증을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Token </a:t>
            </a:r>
            <a:r>
              <a:rPr lang="ko-KR" altLang="en-US" dirty="0"/>
              <a:t>생성 규칙에 따라</a:t>
            </a:r>
            <a:r>
              <a:rPr lang="en-US" altLang="ko-KR" dirty="0"/>
              <a:t>, </a:t>
            </a:r>
            <a:r>
              <a:rPr lang="ko-KR" altLang="en-US" dirty="0"/>
              <a:t>취약할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F9E652-0B68-442E-A50B-FF634B15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0A637F98-B631-4DDB-B21A-834E13AFE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031" y="2972368"/>
            <a:ext cx="5980601" cy="665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3432A2B0-3609-447C-96F3-23C09226A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99144"/>
            <a:ext cx="7735380" cy="20767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액자 10">
            <a:extLst>
              <a:ext uri="{FF2B5EF4-FFF2-40B4-BE49-F238E27FC236}">
                <a16:creationId xmlns:a16="http://schemas.microsoft.com/office/drawing/2014/main" id="{8C1E0D90-50C8-4C90-8961-EE3174705000}"/>
              </a:ext>
            </a:extLst>
          </p:cNvPr>
          <p:cNvSpPr/>
          <p:nvPr/>
        </p:nvSpPr>
        <p:spPr>
          <a:xfrm>
            <a:off x="1146296" y="6118369"/>
            <a:ext cx="4294094" cy="233082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948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01620-0588-4BD0-821F-83181477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Preventing</a:t>
            </a:r>
            <a:r>
              <a:rPr lang="ko-KR" altLang="en-US" dirty="0"/>
              <a:t> </a:t>
            </a:r>
            <a:r>
              <a:rPr lang="en-US" altLang="ko-KR" dirty="0"/>
              <a:t>CSRF</a:t>
            </a:r>
            <a:r>
              <a:rPr lang="ko-KR" altLang="en-US" dirty="0"/>
              <a:t> </a:t>
            </a:r>
            <a:r>
              <a:rPr lang="en-US" altLang="ko-KR" dirty="0"/>
              <a:t>attacks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51C74-BD6B-4D6F-9214-D455CE7B8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클라이언트 측에서는 </a:t>
            </a:r>
            <a:r>
              <a:rPr lang="en-US" altLang="ko-KR" b="1" dirty="0" err="1"/>
              <a:t>SameSite</a:t>
            </a:r>
            <a:r>
              <a:rPr lang="en-US" altLang="ko-KR" b="1" dirty="0"/>
              <a:t> Cookie </a:t>
            </a:r>
            <a:r>
              <a:rPr lang="ko-KR" altLang="en-US" b="1" dirty="0"/>
              <a:t>라는 것이 있음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 err="1"/>
              <a:t>SameSite</a:t>
            </a:r>
            <a:r>
              <a:rPr lang="en-US" altLang="ko-KR" b="1" dirty="0"/>
              <a:t> Cookie </a:t>
            </a:r>
            <a:r>
              <a:rPr lang="ko-KR" altLang="en-US" b="1" dirty="0"/>
              <a:t>설정을 통해 </a:t>
            </a:r>
            <a:r>
              <a:rPr lang="en-US" altLang="ko-KR" b="1"/>
              <a:t>Same </a:t>
            </a:r>
            <a:r>
              <a:rPr lang="en-US" altLang="ko-KR" b="1" dirty="0"/>
              <a:t>Origin</a:t>
            </a:r>
            <a:r>
              <a:rPr lang="ko-KR" altLang="en-US" b="1" dirty="0"/>
              <a:t>이 아니면 쿠키를 전달하지 않도록 할 수 있음</a:t>
            </a:r>
            <a:r>
              <a:rPr lang="en-US" altLang="ko-KR" b="1" dirty="0"/>
              <a:t>.</a:t>
            </a:r>
          </a:p>
          <a:p>
            <a:pPr lvl="1"/>
            <a:r>
              <a:rPr lang="en-US" altLang="ko-KR" dirty="0"/>
              <a:t>Strict (</a:t>
            </a:r>
            <a:r>
              <a:rPr lang="ko-KR" altLang="en-US" dirty="0"/>
              <a:t>모든 크로스 사이트에서 출발한 요청에 쿠키를 삽입하지 않음</a:t>
            </a:r>
            <a:r>
              <a:rPr lang="en-US" altLang="ko-KR" dirty="0"/>
              <a:t>) 	</a:t>
            </a:r>
          </a:p>
          <a:p>
            <a:pPr lvl="1"/>
            <a:r>
              <a:rPr lang="en-US" altLang="ko-KR" dirty="0"/>
              <a:t>Lax (Link, Prerender, Form, GET</a:t>
            </a:r>
            <a:r>
              <a:rPr lang="ko-KR" altLang="en-US" dirty="0"/>
              <a:t>을 제외한 요청에는 쿠키를 삽입하지 않음</a:t>
            </a:r>
            <a:r>
              <a:rPr lang="en-US" altLang="ko-KR" dirty="0"/>
              <a:t>) =&gt; default</a:t>
            </a:r>
          </a:p>
          <a:p>
            <a:pPr lvl="1"/>
            <a:r>
              <a:rPr lang="en-US" altLang="ko-KR" dirty="0"/>
              <a:t>Normal (</a:t>
            </a:r>
            <a:r>
              <a:rPr lang="ko-KR" altLang="en-US" dirty="0"/>
              <a:t>기존과 동일하게 모든 요청에 쿠키 삽입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C772EB-4BB9-487E-97C4-DBB80E04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4635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55DDDE-589F-4C78-A95F-DAC6363A7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Bypass CSRF Token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4744C-98D7-4F3C-A8E6-57ABA2520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endParaRPr lang="en-US" altLang="ko-KR" dirty="0"/>
          </a:p>
          <a:p>
            <a:pPr lvl="1"/>
            <a:r>
              <a:rPr lang="en-US" altLang="ko-KR" dirty="0"/>
              <a:t>CSRF </a:t>
            </a:r>
            <a:r>
              <a:rPr lang="ko-KR" altLang="en-US" dirty="0"/>
              <a:t>방어를 </a:t>
            </a:r>
            <a:r>
              <a:rPr lang="en-US" altLang="ko-KR" dirty="0"/>
              <a:t>POST</a:t>
            </a:r>
            <a:r>
              <a:rPr lang="ko-KR" altLang="en-US" dirty="0"/>
              <a:t>만 적용함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https://portswigger.net/web-security/csrf/lab-token-validation-depends-on-request-method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E73616-A5F3-47DB-BCF8-DE6A70BC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861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3D7E5-131D-4D34-9DC6-ABD7847E1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Bypass CSRF Token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4F83E2-E687-4494-894F-C3407E3B4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34953A-0781-4FB4-9DDF-C6336989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57CDA-B924-4860-A571-757ED34ABDAA}"/>
              </a:ext>
            </a:extLst>
          </p:cNvPr>
          <p:cNvSpPr txBox="1"/>
          <p:nvPr/>
        </p:nvSpPr>
        <p:spPr>
          <a:xfrm>
            <a:off x="1307950" y="2734235"/>
            <a:ext cx="9637059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&lt;form method="get" action="https://https://target-acb21f431f75442b806ba915006f00bd.web-security-academy.net/my-account/change-email"&gt;</a:t>
            </a:r>
          </a:p>
          <a:p>
            <a:r>
              <a:rPr lang="en-US" altLang="ko-KR" dirty="0"/>
              <a:t>     &lt;input type="hidden" name="email" value="lhm1024@korea.ac.kr"&gt;</a:t>
            </a:r>
          </a:p>
          <a:p>
            <a:r>
              <a:rPr lang="en-US" altLang="ko-KR" dirty="0"/>
              <a:t>&lt;/form&gt;</a:t>
            </a:r>
          </a:p>
          <a:p>
            <a:r>
              <a:rPr lang="en-US" altLang="ko-KR" dirty="0"/>
              <a:t>&lt;script&gt;</a:t>
            </a:r>
          </a:p>
          <a:p>
            <a:r>
              <a:rPr lang="en-US" altLang="ko-KR" dirty="0"/>
              <a:t>      </a:t>
            </a:r>
            <a:r>
              <a:rPr lang="en-US" altLang="ko-KR" dirty="0" err="1"/>
              <a:t>document.forms</a:t>
            </a:r>
            <a:r>
              <a:rPr lang="en-US" altLang="ko-KR" dirty="0"/>
              <a:t>[0].submit();</a:t>
            </a:r>
          </a:p>
          <a:p>
            <a:r>
              <a:rPr lang="en-US" altLang="ko-KR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575907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67D0F-D090-4111-A16E-856AFDB8A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XSS to perform CSRF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59FE0D-9B88-419B-9FCA-1CEF61D31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XSS</a:t>
            </a:r>
            <a:r>
              <a:rPr lang="ko-KR" altLang="en-US" dirty="0"/>
              <a:t> 취약점이 있는 경우</a:t>
            </a:r>
            <a:r>
              <a:rPr lang="en-US" altLang="ko-KR" dirty="0"/>
              <a:t>, </a:t>
            </a:r>
            <a:r>
              <a:rPr lang="ko-KR" altLang="en-US" dirty="0"/>
              <a:t>취약점을 이용해 </a:t>
            </a:r>
            <a:r>
              <a:rPr lang="en-US" altLang="ko-KR" dirty="0"/>
              <a:t>CSRF </a:t>
            </a:r>
            <a:r>
              <a:rPr lang="ko-KR" altLang="en-US" dirty="0"/>
              <a:t>토큰을 가져오도록 요청할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가져온 </a:t>
            </a:r>
            <a:r>
              <a:rPr lang="en-US" altLang="ko-KR" dirty="0"/>
              <a:t>CSRF </a:t>
            </a:r>
            <a:r>
              <a:rPr lang="ko-KR" altLang="en-US" dirty="0"/>
              <a:t>토큰을 이용해</a:t>
            </a:r>
            <a:r>
              <a:rPr lang="en-US" altLang="ko-KR" dirty="0"/>
              <a:t>, </a:t>
            </a:r>
            <a:r>
              <a:rPr lang="ko-KR" altLang="en-US" dirty="0"/>
              <a:t>원래대로면 </a:t>
            </a:r>
            <a:r>
              <a:rPr lang="en-US" altLang="ko-KR" dirty="0"/>
              <a:t>protected</a:t>
            </a:r>
            <a:r>
              <a:rPr lang="ko-KR" altLang="en-US" dirty="0"/>
              <a:t>한 기능 작업을 수행할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AE21D8-F607-45B5-B349-3F76D5F4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3791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578E3-11E4-4B14-ABB9-59E1383A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XSS to perform CSRF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FD4116-142F-467B-B5EB-6A2CD03EF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만약 </a:t>
            </a:r>
            <a:r>
              <a:rPr lang="en-US" altLang="ko-KR" dirty="0"/>
              <a:t>XSS </a:t>
            </a:r>
            <a:r>
              <a:rPr lang="ko-KR" altLang="en-US" dirty="0"/>
              <a:t>가 발생하지만</a:t>
            </a:r>
            <a:r>
              <a:rPr lang="en-US" altLang="ko-KR" dirty="0"/>
              <a:t>, </a:t>
            </a:r>
            <a:r>
              <a:rPr lang="en-US" altLang="ko-KR" dirty="0" err="1"/>
              <a:t>HTTPOnly</a:t>
            </a:r>
            <a:r>
              <a:rPr lang="en-US" altLang="ko-KR" dirty="0"/>
              <a:t> </a:t>
            </a:r>
            <a:r>
              <a:rPr lang="ko-KR" altLang="en-US" dirty="0"/>
              <a:t>옵션 때문에 계정 탈취를 하지 못한다면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CSRF</a:t>
            </a:r>
            <a:r>
              <a:rPr lang="ko-KR" altLang="en-US" dirty="0"/>
              <a:t> </a:t>
            </a:r>
            <a:r>
              <a:rPr lang="en-US" altLang="ko-KR" dirty="0"/>
              <a:t>token</a:t>
            </a:r>
            <a:r>
              <a:rPr lang="ko-KR" altLang="en-US" dirty="0"/>
              <a:t>을 가져와서 </a:t>
            </a:r>
            <a:r>
              <a:rPr lang="en-US" altLang="ko-KR" dirty="0"/>
              <a:t>CSRF </a:t>
            </a:r>
            <a:r>
              <a:rPr lang="ko-KR" altLang="en-US" dirty="0"/>
              <a:t>공격을 수행하는 시나리오를 생각해볼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6C3C08-0535-4F2D-8B7E-96814E6A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1933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18774-966E-4C0E-AF71-E5412594F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XSS to perform CSRF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B03897-95E0-4A41-B2E7-223CC892E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https://portswigger.net/web-security/cross-site-scripting/exploiting/lab-perform-csrf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XSS</a:t>
            </a:r>
            <a:r>
              <a:rPr lang="ko-KR" altLang="en-US" dirty="0"/>
              <a:t>로 </a:t>
            </a:r>
            <a:r>
              <a:rPr lang="en-US" altLang="ko-KR" dirty="0"/>
              <a:t>CSRF </a:t>
            </a:r>
            <a:r>
              <a:rPr lang="ko-KR" altLang="en-US" dirty="0"/>
              <a:t>토큰을 가져온 뒤</a:t>
            </a:r>
            <a:r>
              <a:rPr lang="en-US" altLang="ko-KR" dirty="0"/>
              <a:t>, CSRF </a:t>
            </a:r>
            <a:r>
              <a:rPr lang="ko-KR" altLang="en-US" dirty="0"/>
              <a:t>공격을 진행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D1C089-1EEA-40DD-99FC-CA98555A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5607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921F7-AC0E-4076-B33F-253833FB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QnA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0AF8D-523A-414F-8947-0DB0889BD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lhm1024@korea.ac.kr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F4F4A-187C-4A91-B978-925A8F48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956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AC0C7-8026-4DFF-95E9-E7A33C1B3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5CF2B-13B9-4C35-90D8-B88C8267E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hlinkClick r:id="rId2"/>
              </a:rPr>
              <a:t>https://dreamhack.io/wargame/challenges/26/?page=7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1978FD-496D-42C0-A2E4-92B3E99D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067615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2077</TotalTime>
  <Words>1004</Words>
  <Application>Microsoft Macintosh PowerPoint</Application>
  <PresentationFormat>와이드스크린</PresentationFormat>
  <Paragraphs>163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6" baseType="lpstr">
      <vt:lpstr>맑은 고딕</vt:lpstr>
      <vt:lpstr>a고딕11</vt:lpstr>
      <vt:lpstr>a고딕12</vt:lpstr>
      <vt:lpstr>a고딕13</vt:lpstr>
      <vt:lpstr>a고딕14</vt:lpstr>
      <vt:lpstr>a고딕15</vt:lpstr>
      <vt:lpstr>Calibri</vt:lpstr>
      <vt:lpstr>Calibri Light</vt:lpstr>
      <vt:lpstr>Courier</vt:lpstr>
      <vt:lpstr>Wingdings</vt:lpstr>
      <vt:lpstr>추억</vt:lpstr>
      <vt:lpstr>Web Security 소수전공</vt:lpstr>
      <vt:lpstr>Today</vt:lpstr>
      <vt:lpstr>CSRF</vt:lpstr>
      <vt:lpstr>CSRF</vt:lpstr>
      <vt:lpstr>Impact of CSRF attack</vt:lpstr>
      <vt:lpstr>How does CSRF work?</vt:lpstr>
      <vt:lpstr>How does CSRF work?</vt:lpstr>
      <vt:lpstr>How does CSRF work?</vt:lpstr>
      <vt:lpstr>How does CSRF work?</vt:lpstr>
      <vt:lpstr>How does CSRF work?</vt:lpstr>
      <vt:lpstr>How to construct a CSRF attack</vt:lpstr>
      <vt:lpstr>How to construct a CSRF attack</vt:lpstr>
      <vt:lpstr>How to deliver a CSRF exploit</vt:lpstr>
      <vt:lpstr>XSS vs CSRF</vt:lpstr>
      <vt:lpstr>XSS vs CSRF</vt:lpstr>
      <vt:lpstr>Preventing CSRF attacks</vt:lpstr>
      <vt:lpstr>CSRF Token</vt:lpstr>
      <vt:lpstr>Preventing CSRF attacks</vt:lpstr>
      <vt:lpstr>Bypass CSRF Token</vt:lpstr>
      <vt:lpstr>Bypass CSRF Token</vt:lpstr>
      <vt:lpstr>Exploiting XSS to perform CSRF</vt:lpstr>
      <vt:lpstr>Exploiting XSS to perform CSRF</vt:lpstr>
      <vt:lpstr>Exploiting XSS to perform CSRF</vt:lpstr>
      <vt:lpstr>QnA</vt:lpstr>
      <vt:lpstr>부록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웹해킹 소수전공</dc:title>
  <dc:creator>lhm1024@korea.edu</dc:creator>
  <cp:lastModifiedBy>이효민[ 학부재학 / 사이버국방학과 ]</cp:lastModifiedBy>
  <cp:revision>9</cp:revision>
  <dcterms:created xsi:type="dcterms:W3CDTF">2021-06-24T06:49:54Z</dcterms:created>
  <dcterms:modified xsi:type="dcterms:W3CDTF">2022-11-04T02:05:57Z</dcterms:modified>
</cp:coreProperties>
</file>