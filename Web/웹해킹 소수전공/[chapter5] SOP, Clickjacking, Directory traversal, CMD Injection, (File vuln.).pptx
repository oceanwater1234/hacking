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6"/>
  </p:notesMasterIdLst>
  <p:sldIdLst>
    <p:sldId id="256" r:id="rId2"/>
    <p:sldId id="264" r:id="rId3"/>
    <p:sldId id="355" r:id="rId4"/>
    <p:sldId id="356" r:id="rId5"/>
    <p:sldId id="357" r:id="rId6"/>
    <p:sldId id="358" r:id="rId7"/>
    <p:sldId id="359" r:id="rId8"/>
    <p:sldId id="360" r:id="rId9"/>
    <p:sldId id="373" r:id="rId10"/>
    <p:sldId id="374" r:id="rId11"/>
    <p:sldId id="375" r:id="rId12"/>
    <p:sldId id="376" r:id="rId13"/>
    <p:sldId id="377" r:id="rId14"/>
    <p:sldId id="382" r:id="rId15"/>
    <p:sldId id="378" r:id="rId16"/>
    <p:sldId id="379" r:id="rId17"/>
    <p:sldId id="380" r:id="rId18"/>
    <p:sldId id="402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4" r:id="rId46"/>
    <p:sldId id="321" r:id="rId47"/>
    <p:sldId id="292" r:id="rId48"/>
    <p:sldId id="322" r:id="rId49"/>
    <p:sldId id="387" r:id="rId50"/>
    <p:sldId id="385" r:id="rId51"/>
    <p:sldId id="388" r:id="rId52"/>
    <p:sldId id="389" r:id="rId53"/>
    <p:sldId id="390" r:id="rId54"/>
    <p:sldId id="391" r:id="rId55"/>
    <p:sldId id="392" r:id="rId56"/>
    <p:sldId id="393" r:id="rId57"/>
    <p:sldId id="394" r:id="rId58"/>
    <p:sldId id="396" r:id="rId59"/>
    <p:sldId id="395" r:id="rId60"/>
    <p:sldId id="386" r:id="rId61"/>
    <p:sldId id="397" r:id="rId62"/>
    <p:sldId id="398" r:id="rId63"/>
    <p:sldId id="399" r:id="rId64"/>
    <p:sldId id="400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E45426C3-A483-4981-B83C-45B903EB53EB}">
          <p14:sldIdLst>
            <p14:sldId id="256"/>
            <p14:sldId id="264"/>
            <p14:sldId id="355"/>
            <p14:sldId id="356"/>
            <p14:sldId id="357"/>
            <p14:sldId id="358"/>
            <p14:sldId id="359"/>
            <p14:sldId id="360"/>
            <p14:sldId id="373"/>
            <p14:sldId id="374"/>
            <p14:sldId id="375"/>
            <p14:sldId id="376"/>
            <p14:sldId id="377"/>
            <p14:sldId id="382"/>
            <p14:sldId id="378"/>
            <p14:sldId id="379"/>
            <p14:sldId id="380"/>
            <p14:sldId id="402"/>
            <p14:sldId id="265"/>
            <p14:sldId id="266"/>
            <p14:sldId id="267"/>
            <p14:sldId id="268"/>
            <p14:sldId id="269"/>
            <p14:sldId id="270"/>
            <p14:sldId id="271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4"/>
            <p14:sldId id="321"/>
            <p14:sldId id="292"/>
            <p14:sldId id="322"/>
            <p14:sldId id="387"/>
            <p14:sldId id="385"/>
            <p14:sldId id="388"/>
            <p14:sldId id="389"/>
            <p14:sldId id="390"/>
            <p14:sldId id="391"/>
            <p14:sldId id="392"/>
            <p14:sldId id="393"/>
            <p14:sldId id="394"/>
            <p14:sldId id="396"/>
            <p14:sldId id="395"/>
            <p14:sldId id="386"/>
            <p14:sldId id="397"/>
            <p14:sldId id="398"/>
            <p14:sldId id="399"/>
            <p14:sldId id="4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C14D15-9D7A-454B-AD1D-2849D7517494}" v="1" dt="2022-12-30T01:00:17.834"/>
    <p1510:client id="{A9E6A787-5A8A-8843-A3CA-E3039F577C9F}" v="7" dt="2022-11-04T02:06:41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47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6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hm1024@korea.edu" userId="3929b77a-7aa2-4a96-a97d-3b5ce13f9d26" providerId="ADAL" clId="{0F02F351-B533-4EE5-81E5-9D148272FC29}"/>
    <pc:docChg chg="modSld">
      <pc:chgData name="lhm1024@korea.edu" userId="3929b77a-7aa2-4a96-a97d-3b5ce13f9d26" providerId="ADAL" clId="{0F02F351-B533-4EE5-81E5-9D148272FC29}" dt="2021-08-06T02:23:41.758" v="7" actId="20577"/>
      <pc:docMkLst>
        <pc:docMk/>
      </pc:docMkLst>
      <pc:sldChg chg="modSp mod">
        <pc:chgData name="lhm1024@korea.edu" userId="3929b77a-7aa2-4a96-a97d-3b5ce13f9d26" providerId="ADAL" clId="{0F02F351-B533-4EE5-81E5-9D148272FC29}" dt="2021-08-06T01:54:51.613" v="0" actId="20577"/>
        <pc:sldMkLst>
          <pc:docMk/>
          <pc:sldMk cId="3993003946" sldId="289"/>
        </pc:sldMkLst>
        <pc:spChg chg="mod">
          <ac:chgData name="lhm1024@korea.edu" userId="3929b77a-7aa2-4a96-a97d-3b5ce13f9d26" providerId="ADAL" clId="{0F02F351-B533-4EE5-81E5-9D148272FC29}" dt="2021-08-06T01:54:51.613" v="0" actId="20577"/>
          <ac:spMkLst>
            <pc:docMk/>
            <pc:sldMk cId="3993003946" sldId="289"/>
            <ac:spMk id="3" creationId="{155133CE-E410-4827-9D25-DBE617DBE29C}"/>
          </ac:spMkLst>
        </pc:spChg>
      </pc:sldChg>
      <pc:sldChg chg="modSp mod">
        <pc:chgData name="lhm1024@korea.edu" userId="3929b77a-7aa2-4a96-a97d-3b5ce13f9d26" providerId="ADAL" clId="{0F02F351-B533-4EE5-81E5-9D148272FC29}" dt="2021-08-06T02:23:41.758" v="7" actId="20577"/>
        <pc:sldMkLst>
          <pc:docMk/>
          <pc:sldMk cId="2416698218" sldId="317"/>
        </pc:sldMkLst>
        <pc:spChg chg="mod">
          <ac:chgData name="lhm1024@korea.edu" userId="3929b77a-7aa2-4a96-a97d-3b5ce13f9d26" providerId="ADAL" clId="{0F02F351-B533-4EE5-81E5-9D148272FC29}" dt="2021-08-06T02:23:41.758" v="7" actId="20577"/>
          <ac:spMkLst>
            <pc:docMk/>
            <pc:sldMk cId="2416698218" sldId="317"/>
            <ac:spMk id="3" creationId="{0FACA2A7-FA49-4095-9072-93FD8A69BF12}"/>
          </ac:spMkLst>
        </pc:spChg>
      </pc:sldChg>
    </pc:docChg>
  </pc:docChgLst>
  <pc:docChgLst>
    <pc:chgData name="이효민[ 학부재학 / 사이버국방학과 ]" userId="S::lhm1024@korea.ac.kr::3929b77a-7aa2-4a96-a97d-3b5ce13f9d26" providerId="AD" clId="Web-{25C14D15-9D7A-454B-AD1D-2849D7517494}"/>
    <pc:docChg chg="modSld">
      <pc:chgData name="이효민[ 학부재학 / 사이버국방학과 ]" userId="S::lhm1024@korea.ac.kr::3929b77a-7aa2-4a96-a97d-3b5ce13f9d26" providerId="AD" clId="Web-{25C14D15-9D7A-454B-AD1D-2849D7517494}" dt="2022-12-30T01:00:17.834" v="0" actId="14100"/>
      <pc:docMkLst>
        <pc:docMk/>
      </pc:docMkLst>
      <pc:sldChg chg="modSp">
        <pc:chgData name="이효민[ 학부재학 / 사이버국방학과 ]" userId="S::lhm1024@korea.ac.kr::3929b77a-7aa2-4a96-a97d-3b5ce13f9d26" providerId="AD" clId="Web-{25C14D15-9D7A-454B-AD1D-2849D7517494}" dt="2022-12-30T01:00:17.834" v="0" actId="14100"/>
        <pc:sldMkLst>
          <pc:docMk/>
          <pc:sldMk cId="882541644" sldId="375"/>
        </pc:sldMkLst>
        <pc:picChg chg="mod">
          <ac:chgData name="이효민[ 학부재학 / 사이버국방학과 ]" userId="S::lhm1024@korea.ac.kr::3929b77a-7aa2-4a96-a97d-3b5ce13f9d26" providerId="AD" clId="Web-{25C14D15-9D7A-454B-AD1D-2849D7517494}" dt="2022-12-30T01:00:17.834" v="0" actId="14100"/>
          <ac:picMkLst>
            <pc:docMk/>
            <pc:sldMk cId="882541644" sldId="375"/>
            <ac:picMk id="8" creationId="{557031C7-9D57-434B-B103-6E05414F0502}"/>
          </ac:picMkLst>
        </pc:picChg>
      </pc:sldChg>
    </pc:docChg>
  </pc:docChgLst>
  <pc:docChgLst>
    <pc:chgData name="이효민[ 학부재학 / 사이버국방학과 ]" userId="3929b77a-7aa2-4a96-a97d-3b5ce13f9d26" providerId="ADAL" clId="{C51637DA-6AE0-49DB-8846-B0B68BB6DB08}"/>
    <pc:docChg chg="undo custSel addSld delSld modSld sldOrd modMainMaster modSection modShowInfo">
      <pc:chgData name="이효민[ 학부재학 / 사이버국방학과 ]" userId="3929b77a-7aa2-4a96-a97d-3b5ce13f9d26" providerId="ADAL" clId="{C51637DA-6AE0-49DB-8846-B0B68BB6DB08}" dt="2021-11-08T11:53:10.512" v="1156"/>
      <pc:docMkLst>
        <pc:docMk/>
      </pc:docMkLst>
      <pc:sldChg chg="modSp mod">
        <pc:chgData name="이효민[ 학부재학 / 사이버국방학과 ]" userId="3929b77a-7aa2-4a96-a97d-3b5ce13f9d26" providerId="ADAL" clId="{C51637DA-6AE0-49DB-8846-B0B68BB6DB08}" dt="2021-11-07T13:22:37.128" v="126" actId="20577"/>
        <pc:sldMkLst>
          <pc:docMk/>
          <pc:sldMk cId="4271878798" sldId="256"/>
        </pc:sldMkLst>
        <pc:spChg chg="mod">
          <ac:chgData name="이효민[ 학부재학 / 사이버국방학과 ]" userId="3929b77a-7aa2-4a96-a97d-3b5ce13f9d26" providerId="ADAL" clId="{C51637DA-6AE0-49DB-8846-B0B68BB6DB08}" dt="2021-11-07T13:22:10.466" v="119" actId="20577"/>
          <ac:spMkLst>
            <pc:docMk/>
            <pc:sldMk cId="4271878798" sldId="256"/>
            <ac:spMk id="2" creationId="{3D9CB0BF-81E0-42EC-91C8-E32C844400CF}"/>
          </ac:spMkLst>
        </pc:spChg>
        <pc:spChg chg="mod">
          <ac:chgData name="이효민[ 학부재학 / 사이버국방학과 ]" userId="3929b77a-7aa2-4a96-a97d-3b5ce13f9d26" providerId="ADAL" clId="{C51637DA-6AE0-49DB-8846-B0B68BB6DB08}" dt="2021-11-07T13:22:37.128" v="126" actId="20577"/>
          <ac:spMkLst>
            <pc:docMk/>
            <pc:sldMk cId="4271878798" sldId="256"/>
            <ac:spMk id="3" creationId="{22379862-334E-462A-BC01-BB5250028995}"/>
          </ac:spMkLst>
        </pc:spChg>
      </pc:sldChg>
      <pc:sldChg chg="del">
        <pc:chgData name="이효민[ 학부재학 / 사이버국방학과 ]" userId="3929b77a-7aa2-4a96-a97d-3b5ce13f9d26" providerId="ADAL" clId="{C51637DA-6AE0-49DB-8846-B0B68BB6DB08}" dt="2021-11-07T13:22:24.521" v="120" actId="47"/>
        <pc:sldMkLst>
          <pc:docMk/>
          <pc:sldMk cId="2597479544" sldId="257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268441739" sldId="258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233997469" sldId="259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905191823" sldId="260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288033808" sldId="261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814052635" sldId="262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098045552" sldId="263"/>
        </pc:sldMkLst>
      </pc:sldChg>
      <pc:sldChg chg="modSp mod ord">
        <pc:chgData name="이효민[ 학부재학 / 사이버국방학과 ]" userId="3929b77a-7aa2-4a96-a97d-3b5ce13f9d26" providerId="ADAL" clId="{C51637DA-6AE0-49DB-8846-B0B68BB6DB08}" dt="2021-11-07T14:24:54.496" v="498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C51637DA-6AE0-49DB-8846-B0B68BB6DB08}" dt="2021-11-07T14:24:54.496" v="498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41368066" sldId="265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318163772" sldId="265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684101697" sldId="266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388057446" sldId="266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045402370" sldId="267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2398488887" sldId="267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132550847" sldId="268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17464433" sldId="268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81593077" sldId="269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597539278" sldId="269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213161158" sldId="270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848337476" sldId="270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21:22.134" v="414" actId="20577"/>
        <pc:sldMkLst>
          <pc:docMk/>
          <pc:sldMk cId="2956657893" sldId="271"/>
        </pc:sldMkLst>
        <pc:spChg chg="mod">
          <ac:chgData name="이효민[ 학부재학 / 사이버국방학과 ]" userId="3929b77a-7aa2-4a96-a97d-3b5ce13f9d26" providerId="ADAL" clId="{C51637DA-6AE0-49DB-8846-B0B68BB6DB08}" dt="2021-11-07T14:21:22.134" v="414" actId="20577"/>
          <ac:spMkLst>
            <pc:docMk/>
            <pc:sldMk cId="2956657893" sldId="271"/>
            <ac:spMk id="2" creationId="{510F4660-100E-4073-97C5-F80F50198544}"/>
          </ac:spMkLst>
        </pc:spChg>
        <pc:picChg chg="mod">
          <ac:chgData name="이효민[ 학부재학 / 사이버국방학과 ]" userId="3929b77a-7aa2-4a96-a97d-3b5ce13f9d26" providerId="ADAL" clId="{C51637DA-6AE0-49DB-8846-B0B68BB6DB08}" dt="2021-11-07T14:01:58.373" v="277" actId="1076"/>
          <ac:picMkLst>
            <pc:docMk/>
            <pc:sldMk cId="2956657893" sldId="271"/>
            <ac:picMk id="9" creationId="{8177479F-A63A-4DC3-9597-4B92C60D97EB}"/>
          </ac:picMkLst>
        </pc:picChg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92945585" sldId="272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563383341" sldId="272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105420141" sldId="27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011726360" sldId="27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562858279" sldId="27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2:13.846" v="279" actId="47"/>
        <pc:sldMkLst>
          <pc:docMk/>
          <pc:sldMk cId="2337990836" sldId="27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2:13.485" v="278" actId="47"/>
        <pc:sldMkLst>
          <pc:docMk/>
          <pc:sldMk cId="3113574588" sldId="27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195893911" sldId="27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28.001" v="158"/>
        <pc:sldMkLst>
          <pc:docMk/>
          <pc:sldMk cId="711119976" sldId="27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31.437" v="159"/>
        <pc:sldMkLst>
          <pc:docMk/>
          <pc:sldMk cId="3650578037" sldId="27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35.586" v="160"/>
        <pc:sldMkLst>
          <pc:docMk/>
          <pc:sldMk cId="1731767942" sldId="27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53.420" v="161"/>
        <pc:sldMkLst>
          <pc:docMk/>
          <pc:sldMk cId="428576480" sldId="27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505018846" sldId="28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71646766" sldId="28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46235029" sldId="28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738717978" sldId="28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108929877" sldId="28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98235405" sldId="28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985595965" sldId="28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108145237" sldId="28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879821062" sldId="28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993003946" sldId="28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24154356" sldId="29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272398856" sldId="29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406602799" sldId="29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66278660" sldId="29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060878423" sldId="29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175899499" sldId="29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996816349" sldId="29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045765425" sldId="297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557303942" sldId="29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040518841" sldId="29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193450419" sldId="30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082602585" sldId="301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03:26.484" v="291" actId="20577"/>
        <pc:sldMkLst>
          <pc:docMk/>
          <pc:sldMk cId="3044177403" sldId="302"/>
        </pc:sldMkLst>
        <pc:spChg chg="mod">
          <ac:chgData name="이효민[ 학부재학 / 사이버국방학과 ]" userId="3929b77a-7aa2-4a96-a97d-3b5ce13f9d26" providerId="ADAL" clId="{C51637DA-6AE0-49DB-8846-B0B68BB6DB08}" dt="2021-11-07T14:03:26.484" v="291" actId="20577"/>
          <ac:spMkLst>
            <pc:docMk/>
            <pc:sldMk cId="3044177403" sldId="302"/>
            <ac:spMk id="3" creationId="{13DA64C0-5266-4756-847C-790AC8CA68D5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591863186" sldId="30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735915025" sldId="30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240414345" sldId="30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760324094" sldId="30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37978872" sldId="30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907991251" sldId="30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82123724" sldId="30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3:32.960" v="292" actId="47"/>
        <pc:sldMkLst>
          <pc:docMk/>
          <pc:sldMk cId="2424403291" sldId="31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682925829" sldId="31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564423949" sldId="31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28712980" sldId="31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50555230" sldId="31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840296087" sldId="31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607939077" sldId="316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02:54.752" v="280" actId="20577"/>
        <pc:sldMkLst>
          <pc:docMk/>
          <pc:sldMk cId="2416698218" sldId="317"/>
        </pc:sldMkLst>
        <pc:spChg chg="mod">
          <ac:chgData name="이효민[ 학부재학 / 사이버국방학과 ]" userId="3929b77a-7aa2-4a96-a97d-3b5ce13f9d26" providerId="ADAL" clId="{C51637DA-6AE0-49DB-8846-B0B68BB6DB08}" dt="2021-11-07T14:02:54.752" v="280" actId="20577"/>
          <ac:spMkLst>
            <pc:docMk/>
            <pc:sldMk cId="2416698218" sldId="317"/>
            <ac:spMk id="3" creationId="{0FACA2A7-FA49-4095-9072-93FD8A69BF12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137838211" sldId="31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114188019" sldId="31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617413653" sldId="32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8947117" sldId="32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29.034" v="334"/>
        <pc:sldMkLst>
          <pc:docMk/>
          <pc:sldMk cId="2679956423" sldId="32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3247097004" sldId="32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1579073654" sldId="32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2650239397" sldId="32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3039382090" sldId="32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0:38.993" v="330"/>
        <pc:sldMkLst>
          <pc:docMk/>
          <pc:sldMk cId="168451364" sldId="32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0:25.009" v="329"/>
        <pc:sldMkLst>
          <pc:docMk/>
          <pc:sldMk cId="601295334" sldId="328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8T11:27:13.565" v="1064"/>
        <pc:sldMkLst>
          <pc:docMk/>
          <pc:sldMk cId="4141664827" sldId="329"/>
        </pc:sldMkLst>
        <pc:spChg chg="mod">
          <ac:chgData name="이효민[ 학부재학 / 사이버국방학과 ]" userId="3929b77a-7aa2-4a96-a97d-3b5ce13f9d26" providerId="ADAL" clId="{C51637DA-6AE0-49DB-8846-B0B68BB6DB08}" dt="2021-11-08T11:27:13.565" v="1064"/>
          <ac:spMkLst>
            <pc:docMk/>
            <pc:sldMk cId="4141664827" sldId="329"/>
            <ac:spMk id="3" creationId="{BC27760A-2346-463B-BBBD-90E3FB271BD7}"/>
          </ac:spMkLst>
        </pc:spChg>
      </pc:sldChg>
      <pc:sldChg chg="modSp add del mod">
        <pc:chgData name="이효민[ 학부재학 / 사이버국방학과 ]" userId="3929b77a-7aa2-4a96-a97d-3b5ce13f9d26" providerId="ADAL" clId="{C51637DA-6AE0-49DB-8846-B0B68BB6DB08}" dt="2021-11-07T14:08:18.548" v="327"/>
        <pc:sldMkLst>
          <pc:docMk/>
          <pc:sldMk cId="1902405254" sldId="330"/>
        </pc:sldMkLst>
        <pc:spChg chg="mod">
          <ac:chgData name="이효민[ 학부재학 / 사이버국방학과 ]" userId="3929b77a-7aa2-4a96-a97d-3b5ce13f9d26" providerId="ADAL" clId="{C51637DA-6AE0-49DB-8846-B0B68BB6DB08}" dt="2021-11-07T14:08:18.548" v="327"/>
          <ac:spMkLst>
            <pc:docMk/>
            <pc:sldMk cId="1902405254" sldId="330"/>
            <ac:spMk id="5" creationId="{40BF1B47-0E15-4AE6-B644-D5526DD8B158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3:54:16.976" v="153"/>
        <pc:sldMkLst>
          <pc:docMk/>
          <pc:sldMk cId="1283875618" sldId="33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059579555" sldId="33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879814390" sldId="332"/>
        </pc:sldMkLst>
      </pc:sldChg>
      <pc:sldChg chg="modSp add mod ord">
        <pc:chgData name="이효민[ 학부재학 / 사이버국방학과 ]" userId="3929b77a-7aa2-4a96-a97d-3b5ce13f9d26" providerId="ADAL" clId="{C51637DA-6AE0-49DB-8846-B0B68BB6DB08}" dt="2021-11-08T11:30:55.209" v="1066" actId="1076"/>
        <pc:sldMkLst>
          <pc:docMk/>
          <pc:sldMk cId="3417646756" sldId="333"/>
        </pc:sldMkLst>
        <pc:picChg chg="mod">
          <ac:chgData name="이효민[ 학부재학 / 사이버국방학과 ]" userId="3929b77a-7aa2-4a96-a97d-3b5ce13f9d26" providerId="ADAL" clId="{C51637DA-6AE0-49DB-8846-B0B68BB6DB08}" dt="2021-11-08T11:30:55.209" v="1066" actId="1076"/>
          <ac:picMkLst>
            <pc:docMk/>
            <pc:sldMk cId="3417646756" sldId="333"/>
            <ac:picMk id="6" creationId="{5EC27DAD-0ABB-42B9-8BB7-7D980C37CB39}"/>
          </ac:picMkLst>
        </pc:picChg>
      </pc:sldChg>
      <pc:sldChg chg="add ord">
        <pc:chgData name="이효민[ 학부재학 / 사이버국방학과 ]" userId="3929b77a-7aa2-4a96-a97d-3b5ce13f9d26" providerId="ADAL" clId="{C51637DA-6AE0-49DB-8846-B0B68BB6DB08}" dt="2021-11-07T14:17:48.722" v="338"/>
        <pc:sldMkLst>
          <pc:docMk/>
          <pc:sldMk cId="1509551197" sldId="334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2396147998" sldId="33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4065314893" sldId="336"/>
        </pc:sldMkLst>
      </pc:sldChg>
      <pc:sldChg chg="modSp add mod">
        <pc:chgData name="이효민[ 학부재학 / 사이버국방학과 ]" userId="3929b77a-7aa2-4a96-a97d-3b5ce13f9d26" providerId="ADAL" clId="{C51637DA-6AE0-49DB-8846-B0B68BB6DB08}" dt="2021-11-07T14:20:32.384" v="394" actId="20577"/>
        <pc:sldMkLst>
          <pc:docMk/>
          <pc:sldMk cId="1994696824" sldId="337"/>
        </pc:sldMkLst>
        <pc:spChg chg="mod">
          <ac:chgData name="이효민[ 학부재학 / 사이버국방학과 ]" userId="3929b77a-7aa2-4a96-a97d-3b5ce13f9d26" providerId="ADAL" clId="{C51637DA-6AE0-49DB-8846-B0B68BB6DB08}" dt="2021-11-07T14:20:32.384" v="394" actId="20577"/>
          <ac:spMkLst>
            <pc:docMk/>
            <pc:sldMk cId="1994696824" sldId="337"/>
            <ac:spMk id="7" creationId="{6489A443-664F-4050-9643-CF6F254630F4}"/>
          </ac:spMkLst>
        </pc:spChg>
      </pc:sldChg>
      <pc:sldChg chg="modSp add mod">
        <pc:chgData name="이효민[ 학부재학 / 사이버국방학과 ]" userId="3929b77a-7aa2-4a96-a97d-3b5ce13f9d26" providerId="ADAL" clId="{C51637DA-6AE0-49DB-8846-B0B68BB6DB08}" dt="2021-11-07T14:20:59.206" v="399" actId="1076"/>
        <pc:sldMkLst>
          <pc:docMk/>
          <pc:sldMk cId="4271482761" sldId="338"/>
        </pc:sldMkLst>
        <pc:spChg chg="mod">
          <ac:chgData name="이효민[ 학부재학 / 사이버국방학과 ]" userId="3929b77a-7aa2-4a96-a97d-3b5ce13f9d26" providerId="ADAL" clId="{C51637DA-6AE0-49DB-8846-B0B68BB6DB08}" dt="2021-11-07T14:20:59.206" v="399" actId="1076"/>
          <ac:spMkLst>
            <pc:docMk/>
            <pc:sldMk cId="4271482761" sldId="338"/>
            <ac:spMk id="5" creationId="{D725F2E8-BF68-4E37-954D-C95F020753CC}"/>
          </ac:spMkLst>
        </pc:spChg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1531992139" sldId="339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701517021" sldId="340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1026576549" sldId="34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2582896346" sldId="342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97469201" sldId="34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2879546471" sldId="344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1515118274" sldId="34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624952614" sldId="346"/>
        </pc:sldMkLst>
      </pc:sldChg>
      <pc:sldChg chg="modSp add mod">
        <pc:chgData name="이효민[ 학부재학 / 사이버국방학과 ]" userId="3929b77a-7aa2-4a96-a97d-3b5ce13f9d26" providerId="ADAL" clId="{C51637DA-6AE0-49DB-8846-B0B68BB6DB08}" dt="2021-11-08T11:53:10.512" v="1156"/>
        <pc:sldMkLst>
          <pc:docMk/>
          <pc:sldMk cId="3636908598" sldId="347"/>
        </pc:sldMkLst>
        <pc:spChg chg="mod">
          <ac:chgData name="이효민[ 학부재학 / 사이버국방학과 ]" userId="3929b77a-7aa2-4a96-a97d-3b5ce13f9d26" providerId="ADAL" clId="{C51637DA-6AE0-49DB-8846-B0B68BB6DB08}" dt="2021-11-08T11:53:10.512" v="1156"/>
          <ac:spMkLst>
            <pc:docMk/>
            <pc:sldMk cId="3636908598" sldId="347"/>
            <ac:spMk id="3" creationId="{F1919A29-26C6-4D1E-A1C6-6211B17B5114}"/>
          </ac:spMkLst>
        </pc:spChg>
      </pc:sldChg>
      <pc:sldMasterChg chg="addSp delSp modSp mod modSldLayout">
        <pc:chgData name="이효민[ 학부재학 / 사이버국방학과 ]" userId="3929b77a-7aa2-4a96-a97d-3b5ce13f9d26" providerId="ADAL" clId="{C51637DA-6AE0-49DB-8846-B0B68BB6DB08}" dt="2021-11-07T13:17:10.265" v="49"/>
        <pc:sldMasterMkLst>
          <pc:docMk/>
          <pc:sldMasterMk cId="3145777673" sldId="2147483672"/>
        </pc:sldMasterMkLst>
        <pc:spChg chg="del">
          <ac:chgData name="이효민[ 학부재학 / 사이버국방학과 ]" userId="3929b77a-7aa2-4a96-a97d-3b5ce13f9d26" providerId="ADAL" clId="{C51637DA-6AE0-49DB-8846-B0B68BB6DB08}" dt="2021-11-07T13:15:28.049" v="25" actId="478"/>
          <ac:spMkLst>
            <pc:docMk/>
            <pc:sldMasterMk cId="3145777673" sldId="2147483672"/>
            <ac:spMk id="12" creationId="{ACDE7349-86AD-44D6-AA8E-27B59580BCA0}"/>
          </ac:spMkLst>
        </pc:spChg>
        <pc:picChg chg="del mod">
          <ac:chgData name="이효민[ 학부재학 / 사이버국방학과 ]" userId="3929b77a-7aa2-4a96-a97d-3b5ce13f9d26" providerId="ADAL" clId="{C51637DA-6AE0-49DB-8846-B0B68BB6DB08}" dt="2021-11-07T13:15:30.944" v="27" actId="478"/>
          <ac:picMkLst>
            <pc:docMk/>
            <pc:sldMasterMk cId="3145777673" sldId="2147483672"/>
            <ac:picMk id="11" creationId="{5E4CAB39-1B2D-44CE-8268-FDE72F65FD74}"/>
          </ac:picMkLst>
        </pc:picChg>
        <pc:picChg chg="add mod">
          <ac:chgData name="이효민[ 학부재학 / 사이버국방학과 ]" userId="3929b77a-7aa2-4a96-a97d-3b5ce13f9d26" providerId="ADAL" clId="{C51637DA-6AE0-49DB-8846-B0B68BB6DB08}" dt="2021-11-07T13:16:20.745" v="31" actId="1076"/>
          <ac:picMkLst>
            <pc:docMk/>
            <pc:sldMasterMk cId="3145777673" sldId="2147483672"/>
            <ac:picMk id="13" creationId="{29BA69F9-0503-4067-AB7A-E231C86B3305}"/>
          </ac:picMkLst>
        </pc:picChg>
        <pc:sldLayoutChg chg="addSp delSp modSp mod">
          <pc:chgData name="이효민[ 학부재학 / 사이버국방학과 ]" userId="3929b77a-7aa2-4a96-a97d-3b5ce13f9d26" providerId="ADAL" clId="{C51637DA-6AE0-49DB-8846-B0B68BB6DB08}" dt="2021-11-07T13:16:29.477" v="34"/>
          <pc:sldLayoutMkLst>
            <pc:docMk/>
            <pc:sldMasterMk cId="3145777673" sldId="2147483672"/>
            <pc:sldLayoutMk cId="546768808" sldId="2147483673"/>
          </pc:sldLayoutMkLst>
          <pc:spChg chg="del">
            <ac:chgData name="이효민[ 학부재학 / 사이버국방학과 ]" userId="3929b77a-7aa2-4a96-a97d-3b5ce13f9d26" providerId="ADAL" clId="{C51637DA-6AE0-49DB-8846-B0B68BB6DB08}" dt="2021-11-07T13:16:28.596" v="33" actId="478"/>
            <ac:spMkLst>
              <pc:docMk/>
              <pc:sldMasterMk cId="3145777673" sldId="2147483672"/>
              <pc:sldLayoutMk cId="546768808" sldId="2147483673"/>
              <ac:spMk id="13" creationId="{D71B9B85-A69C-4275-AB35-1F85E8A3A50C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27.344" v="32" actId="478"/>
            <ac:picMkLst>
              <pc:docMk/>
              <pc:sldMasterMk cId="3145777673" sldId="2147483672"/>
              <pc:sldLayoutMk cId="546768808" sldId="2147483673"/>
              <ac:picMk id="12" creationId="{BF057BE6-503B-4103-95D0-EA9DC6051FAE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6:29.477" v="34"/>
            <ac:picMkLst>
              <pc:docMk/>
              <pc:sldMasterMk cId="3145777673" sldId="2147483672"/>
              <pc:sldLayoutMk cId="546768808" sldId="2147483673"/>
              <ac:picMk id="14" creationId="{11C0864E-6448-44E1-AFE5-2E08773EEE8A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6:33.954" v="37"/>
          <pc:sldLayoutMkLst>
            <pc:docMk/>
            <pc:sldMasterMk cId="3145777673" sldId="2147483672"/>
            <pc:sldLayoutMk cId="67324703" sldId="2147483675"/>
          </pc:sldLayoutMkLst>
          <pc:spChg chg="del">
            <ac:chgData name="이효민[ 학부재학 / 사이버국방학과 ]" userId="3929b77a-7aa2-4a96-a97d-3b5ce13f9d26" providerId="ADAL" clId="{C51637DA-6AE0-49DB-8846-B0B68BB6DB08}" dt="2021-11-07T13:16:33.155" v="36" actId="478"/>
            <ac:spMkLst>
              <pc:docMk/>
              <pc:sldMasterMk cId="3145777673" sldId="2147483672"/>
              <pc:sldLayoutMk cId="67324703" sldId="2147483675"/>
              <ac:spMk id="11" creationId="{B63C686E-1AC5-45D3-8FDB-79687779A3D1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32.376" v="35" actId="478"/>
            <ac:picMkLst>
              <pc:docMk/>
              <pc:sldMasterMk cId="3145777673" sldId="2147483672"/>
              <pc:sldLayoutMk cId="67324703" sldId="2147483675"/>
              <ac:picMk id="10" creationId="{29DFB0CE-644D-4ACB-B2C5-2FEC0001C51C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6:33.954" v="37"/>
            <ac:picMkLst>
              <pc:docMk/>
              <pc:sldMasterMk cId="3145777673" sldId="2147483672"/>
              <pc:sldLayoutMk cId="67324703" sldId="2147483675"/>
              <ac:picMk id="13" creationId="{9E849662-F097-4B69-ABDD-03264CF3CAD9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6:49.782" v="42"/>
          <pc:sldLayoutMkLst>
            <pc:docMk/>
            <pc:sldMasterMk cId="3145777673" sldId="2147483672"/>
            <pc:sldLayoutMk cId="2157310852" sldId="2147483679"/>
          </pc:sldLayoutMkLst>
          <pc:spChg chg="del mod">
            <ac:chgData name="이효민[ 학부재학 / 사이버국방학과 ]" userId="3929b77a-7aa2-4a96-a97d-3b5ce13f9d26" providerId="ADAL" clId="{C51637DA-6AE0-49DB-8846-B0B68BB6DB08}" dt="2021-11-07T13:16:48.810" v="41" actId="478"/>
            <ac:spMkLst>
              <pc:docMk/>
              <pc:sldMasterMk cId="3145777673" sldId="2147483672"/>
              <pc:sldLayoutMk cId="2157310852" sldId="2147483679"/>
              <ac:spMk id="11" creationId="{A381091B-D27E-4F91-B78D-67C95A1ECD96}"/>
            </ac:spMkLst>
          </pc:spChg>
          <pc:picChg chg="add mod">
            <ac:chgData name="이효민[ 학부재학 / 사이버국방학과 ]" userId="3929b77a-7aa2-4a96-a97d-3b5ce13f9d26" providerId="ADAL" clId="{C51637DA-6AE0-49DB-8846-B0B68BB6DB08}" dt="2021-11-07T13:16:49.782" v="42"/>
            <ac:picMkLst>
              <pc:docMk/>
              <pc:sldMasterMk cId="3145777673" sldId="2147483672"/>
              <pc:sldLayoutMk cId="2157310852" sldId="2147483679"/>
              <ac:picMk id="9" creationId="{1ECB84DA-A8BA-4128-B903-EB68DDB0E6FE}"/>
            </ac:picMkLst>
          </pc:picChg>
          <pc:picChg chg="del">
            <ac:chgData name="이효민[ 학부재학 / 사이버국방학과 ]" userId="3929b77a-7aa2-4a96-a97d-3b5ce13f9d26" providerId="ADAL" clId="{C51637DA-6AE0-49DB-8846-B0B68BB6DB08}" dt="2021-11-07T13:16:46.776" v="38" actId="478"/>
            <ac:picMkLst>
              <pc:docMk/>
              <pc:sldMasterMk cId="3145777673" sldId="2147483672"/>
              <pc:sldLayoutMk cId="2157310852" sldId="2147483679"/>
              <ac:picMk id="10" creationId="{575D59D2-CA50-4BD3-885C-FF310F941F8E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00.139" v="45"/>
          <pc:sldLayoutMkLst>
            <pc:docMk/>
            <pc:sldMasterMk cId="3145777673" sldId="2147483672"/>
            <pc:sldLayoutMk cId="2831446787" sldId="2147483680"/>
          </pc:sldLayoutMkLst>
          <pc:spChg chg="del">
            <ac:chgData name="이효민[ 학부재학 / 사이버국방학과 ]" userId="3929b77a-7aa2-4a96-a97d-3b5ce13f9d26" providerId="ADAL" clId="{C51637DA-6AE0-49DB-8846-B0B68BB6DB08}" dt="2021-11-07T13:16:58.979" v="44" actId="478"/>
            <ac:spMkLst>
              <pc:docMk/>
              <pc:sldMasterMk cId="3145777673" sldId="2147483672"/>
              <pc:sldLayoutMk cId="2831446787" sldId="2147483680"/>
              <ac:spMk id="11" creationId="{6F4336A2-7505-4EE0-B3E2-F0A0CB5D09B8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57.930" v="43" actId="478"/>
            <ac:picMkLst>
              <pc:docMk/>
              <pc:sldMasterMk cId="3145777673" sldId="2147483672"/>
              <pc:sldLayoutMk cId="2831446787" sldId="2147483680"/>
              <ac:picMk id="10" creationId="{3290D07E-D76C-42CD-9A6F-11BE4CDA3820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00.139" v="45"/>
            <ac:picMkLst>
              <pc:docMk/>
              <pc:sldMasterMk cId="3145777673" sldId="2147483672"/>
              <pc:sldLayoutMk cId="2831446787" sldId="2147483680"/>
              <ac:picMk id="13" creationId="{2ADE25BB-E09D-49C2-9D2C-C788645C9972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03.950" v="47"/>
          <pc:sldLayoutMkLst>
            <pc:docMk/>
            <pc:sldMasterMk cId="3145777673" sldId="2147483672"/>
            <pc:sldLayoutMk cId="366081474" sldId="2147483681"/>
          </pc:sldLayoutMkLst>
          <pc:spChg chg="del">
            <ac:chgData name="이효민[ 학부재학 / 사이버국방학과 ]" userId="3929b77a-7aa2-4a96-a97d-3b5ce13f9d26" providerId="ADAL" clId="{C51637DA-6AE0-49DB-8846-B0B68BB6DB08}" dt="2021-11-07T13:17:03.254" v="46" actId="478"/>
            <ac:spMkLst>
              <pc:docMk/>
              <pc:sldMasterMk cId="3145777673" sldId="2147483672"/>
              <pc:sldLayoutMk cId="366081474" sldId="2147483681"/>
              <ac:spMk id="11" creationId="{1D26493C-0C13-4AA6-B47B-9CC7D9D3A06F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7:03.254" v="46" actId="478"/>
            <ac:picMkLst>
              <pc:docMk/>
              <pc:sldMasterMk cId="3145777673" sldId="2147483672"/>
              <pc:sldLayoutMk cId="366081474" sldId="2147483681"/>
              <ac:picMk id="10" creationId="{BA75D6C0-81DB-4FDD-A059-76501EBE9582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03.950" v="47"/>
            <ac:picMkLst>
              <pc:docMk/>
              <pc:sldMasterMk cId="3145777673" sldId="2147483672"/>
              <pc:sldLayoutMk cId="366081474" sldId="2147483681"/>
              <ac:picMk id="12" creationId="{8DC6B2BE-E411-42DC-A126-E1DD70931A5F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10.265" v="49"/>
          <pc:sldLayoutMkLst>
            <pc:docMk/>
            <pc:sldMasterMk cId="3145777673" sldId="2147483672"/>
            <pc:sldLayoutMk cId="3947021700" sldId="2147483683"/>
          </pc:sldLayoutMkLst>
          <pc:spChg chg="del">
            <ac:chgData name="이효민[ 학부재학 / 사이버국방학과 ]" userId="3929b77a-7aa2-4a96-a97d-3b5ce13f9d26" providerId="ADAL" clId="{C51637DA-6AE0-49DB-8846-B0B68BB6DB08}" dt="2021-11-07T13:17:09.382" v="48" actId="478"/>
            <ac:spMkLst>
              <pc:docMk/>
              <pc:sldMasterMk cId="3145777673" sldId="2147483672"/>
              <pc:sldLayoutMk cId="3947021700" sldId="2147483683"/>
              <ac:spMk id="10" creationId="{7CED9D3A-ECB2-473D-BC30-C5E49AC36834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7:09.382" v="48" actId="478"/>
            <ac:picMkLst>
              <pc:docMk/>
              <pc:sldMasterMk cId="3145777673" sldId="2147483672"/>
              <pc:sldLayoutMk cId="3947021700" sldId="2147483683"/>
              <ac:picMk id="9" creationId="{171B9225-0077-40F4-A200-2E04311B98F3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10.265" v="49"/>
            <ac:picMkLst>
              <pc:docMk/>
              <pc:sldMasterMk cId="3145777673" sldId="2147483672"/>
              <pc:sldLayoutMk cId="3947021700" sldId="2147483683"/>
              <ac:picMk id="12" creationId="{D6AD4521-2136-4714-9EA2-136D4E7C63AD}"/>
            </ac:picMkLst>
          </pc:picChg>
        </pc:sldLayoutChg>
      </pc:sldMasterChg>
    </pc:docChg>
  </pc:docChgLst>
  <pc:docChgLst>
    <pc:chgData name="이효민[ 학부재학 / 사이버국방학과 ]" userId="3929b77a-7aa2-4a96-a97d-3b5ce13f9d26" providerId="ADAL" clId="{6C5DC9A1-9364-42BA-A78B-7C433C3E275D}"/>
    <pc:docChg chg="delSld modSld modSection">
      <pc:chgData name="이효민[ 학부재학 / 사이버국방학과 ]" userId="3929b77a-7aa2-4a96-a97d-3b5ce13f9d26" providerId="ADAL" clId="{6C5DC9A1-9364-42BA-A78B-7C433C3E275D}" dt="2022-01-02T20:55:40.433" v="31" actId="20577"/>
      <pc:docMkLst>
        <pc:docMk/>
      </pc:docMkLst>
      <pc:sldChg chg="modSp mod">
        <pc:chgData name="이효민[ 학부재학 / 사이버국방학과 ]" userId="3929b77a-7aa2-4a96-a97d-3b5ce13f9d26" providerId="ADAL" clId="{6C5DC9A1-9364-42BA-A78B-7C433C3E275D}" dt="2022-01-02T20:55:40.433" v="31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6C5DC9A1-9364-42BA-A78B-7C433C3E275D}" dt="2022-01-02T20:55:40.433" v="31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41368066" sldId="26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388057446" sldId="26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98488887" sldId="26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32550847" sldId="26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81593077" sldId="26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3161158" sldId="27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956657893" sldId="27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563383341" sldId="27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11726360" sldId="27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562858279" sldId="27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95893911" sldId="27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31126702" sldId="27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80897034" sldId="27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03984751" sldId="27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42887221" sldId="27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505018846" sldId="28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771646766" sldId="28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746235029" sldId="28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38717978" sldId="28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08929877" sldId="28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98235405" sldId="28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985595965" sldId="28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08145237" sldId="28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879821062" sldId="28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93003946" sldId="28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24154356" sldId="29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272398856" sldId="29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06602799" sldId="29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6278660" sldId="29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60878423" sldId="29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75899499" sldId="29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96816349" sldId="29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045765425" sldId="29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040518841" sldId="29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93450419" sldId="30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82602585" sldId="30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044177403" sldId="30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91863186" sldId="30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735915025" sldId="30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40414345" sldId="30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60324094" sldId="30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37978872" sldId="30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07991251" sldId="30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82123724" sldId="30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682925829" sldId="31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564423949" sldId="31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28712980" sldId="31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50555230" sldId="31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840296087" sldId="31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07939077" sldId="31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16698218" sldId="31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37838211" sldId="31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14188019" sldId="31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617413653" sldId="32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78947117" sldId="32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247097004" sldId="32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79073654" sldId="32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650239397" sldId="32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039382090" sldId="32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8451364" sldId="32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01295334" sldId="32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41664827" sldId="32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02405254" sldId="33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59579555" sldId="33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879814390" sldId="33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417646756" sldId="33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09551197" sldId="33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96147998" sldId="33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65314893" sldId="33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94696824" sldId="33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71482761" sldId="33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31992139" sldId="33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701517021" sldId="34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026576549" sldId="34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582896346" sldId="34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7469201" sldId="34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79546471" sldId="34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15118274" sldId="34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624952614" sldId="34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636908598" sldId="34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24.950" v="29" actId="47"/>
        <pc:sldMkLst>
          <pc:docMk/>
          <pc:sldMk cId="365798377" sldId="34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06261693" sldId="34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9041979" sldId="35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78286067" sldId="35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24742321" sldId="35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863911632" sldId="35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21801038" sldId="35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1932750" sldId="35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087600335" sldId="35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768780291" sldId="35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1315117" sldId="35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57699335" sldId="35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88858680" sldId="36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49798840" sldId="361"/>
        </pc:sldMkLst>
      </pc:sldChg>
    </pc:docChg>
  </pc:docChgLst>
  <pc:docChgLst>
    <pc:chgData name="이효민[ 학부재학 / 사이버국방학과 ]" userId="3929b77a-7aa2-4a96-a97d-3b5ce13f9d26" providerId="ADAL" clId="{E0BD485B-8CEC-4AC6-BF86-C69BA456B538}"/>
    <pc:docChg chg="addSld delSld modSld modSection">
      <pc:chgData name="이효민[ 학부재학 / 사이버국방학과 ]" userId="3929b77a-7aa2-4a96-a97d-3b5ce13f9d26" providerId="ADAL" clId="{E0BD485B-8CEC-4AC6-BF86-C69BA456B538}" dt="2022-01-06T16:10:48.080" v="325" actId="20577"/>
      <pc:docMkLst>
        <pc:docMk/>
      </pc:docMkLst>
      <pc:sldChg chg="modSp mod">
        <pc:chgData name="이효민[ 학부재학 / 사이버국방학과 ]" userId="3929b77a-7aa2-4a96-a97d-3b5ce13f9d26" providerId="ADAL" clId="{E0BD485B-8CEC-4AC6-BF86-C69BA456B538}" dt="2022-01-06T16:10:48.080" v="325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E0BD485B-8CEC-4AC6-BF86-C69BA456B538}" dt="2022-01-06T16:10:48.080" v="325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1490871768" sldId="265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3660033479" sldId="266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645733133" sldId="267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3381870751" sldId="268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2316980415" sldId="269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3125660574" sldId="270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3810073139" sldId="271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4092202826" sldId="273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1792647076" sldId="274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4187849207" sldId="275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2867837047" sldId="276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628721212" sldId="277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123246533" sldId="278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2131435577" sldId="279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116096742" sldId="280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1966149591" sldId="281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2956561383" sldId="282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530693705" sldId="283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1636004997" sldId="284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1094856244" sldId="285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2310022981" sldId="286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211885636" sldId="287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4168553058" sldId="288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1781800106" sldId="289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645597206" sldId="290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827132010" sldId="291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811192280" sldId="292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3211452769" sldId="294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8:42.030" v="280"/>
        <pc:sldMkLst>
          <pc:docMk/>
          <pc:sldMk cId="553286853" sldId="321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4:57.689" v="228"/>
        <pc:sldMkLst>
          <pc:docMk/>
          <pc:sldMk cId="1835027561" sldId="355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4:57.689" v="228"/>
        <pc:sldMkLst>
          <pc:docMk/>
          <pc:sldMk cId="4189664139" sldId="356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4:57.689" v="228"/>
        <pc:sldMkLst>
          <pc:docMk/>
          <pc:sldMk cId="944780114" sldId="357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4:57.689" v="228"/>
        <pc:sldMkLst>
          <pc:docMk/>
          <pc:sldMk cId="4088035112" sldId="358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4:57.689" v="228"/>
        <pc:sldMkLst>
          <pc:docMk/>
          <pc:sldMk cId="2842237645" sldId="359"/>
        </pc:sldMkLst>
      </pc:sldChg>
      <pc:sldChg chg="modSp new mod">
        <pc:chgData name="이효민[ 학부재학 / 사이버국방학과 ]" userId="3929b77a-7aa2-4a96-a97d-3b5ce13f9d26" providerId="ADAL" clId="{E0BD485B-8CEC-4AC6-BF86-C69BA456B538}" dt="2022-01-06T16:05:17.182" v="234" actId="20577"/>
        <pc:sldMkLst>
          <pc:docMk/>
          <pc:sldMk cId="4135025809" sldId="360"/>
        </pc:sldMkLst>
        <pc:spChg chg="mod">
          <ac:chgData name="이효민[ 학부재학 / 사이버국방학과 ]" userId="3929b77a-7aa2-4a96-a97d-3b5ce13f9d26" providerId="ADAL" clId="{E0BD485B-8CEC-4AC6-BF86-C69BA456B538}" dt="2022-01-06T16:05:10.359" v="232" actId="20577"/>
          <ac:spMkLst>
            <pc:docMk/>
            <pc:sldMk cId="4135025809" sldId="360"/>
            <ac:spMk id="2" creationId="{7ECB2FFB-E47A-4489-9A75-0D018F33BFBB}"/>
          </ac:spMkLst>
        </pc:spChg>
        <pc:spChg chg="mod">
          <ac:chgData name="이효민[ 학부재학 / 사이버국방학과 ]" userId="3929b77a-7aa2-4a96-a97d-3b5ce13f9d26" providerId="ADAL" clId="{E0BD485B-8CEC-4AC6-BF86-C69BA456B538}" dt="2022-01-06T16:05:17.182" v="234" actId="20577"/>
          <ac:spMkLst>
            <pc:docMk/>
            <pc:sldMk cId="4135025809" sldId="360"/>
            <ac:spMk id="3" creationId="{A2772778-2D67-4630-B65F-DB4A774A1CC9}"/>
          </ac:spMkLst>
        </pc:spChg>
      </pc:sldChg>
      <pc:sldChg chg="new del">
        <pc:chgData name="이효민[ 학부재학 / 사이버국방학과 ]" userId="3929b77a-7aa2-4a96-a97d-3b5ce13f9d26" providerId="ADAL" clId="{E0BD485B-8CEC-4AC6-BF86-C69BA456B538}" dt="2022-01-06T16:06:55.913" v="238" actId="47"/>
        <pc:sldMkLst>
          <pc:docMk/>
          <pc:sldMk cId="1798863690" sldId="361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6:19.178" v="236"/>
        <pc:sldMkLst>
          <pc:docMk/>
          <pc:sldMk cId="2311065180" sldId="373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6:19.178" v="236"/>
        <pc:sldMkLst>
          <pc:docMk/>
          <pc:sldMk cId="3181539281" sldId="374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6:19.178" v="236"/>
        <pc:sldMkLst>
          <pc:docMk/>
          <pc:sldMk cId="882541644" sldId="375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6:19.178" v="236"/>
        <pc:sldMkLst>
          <pc:docMk/>
          <pc:sldMk cId="2357099685" sldId="376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6:19.178" v="236"/>
        <pc:sldMkLst>
          <pc:docMk/>
          <pc:sldMk cId="1488311112" sldId="377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6:19.178" v="236"/>
        <pc:sldMkLst>
          <pc:docMk/>
          <pc:sldMk cId="3043091615" sldId="378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6:19.178" v="236"/>
        <pc:sldMkLst>
          <pc:docMk/>
          <pc:sldMk cId="3857525793" sldId="379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6:19.178" v="236"/>
        <pc:sldMkLst>
          <pc:docMk/>
          <pc:sldMk cId="3134821148" sldId="380"/>
        </pc:sldMkLst>
      </pc:sldChg>
      <pc:sldChg chg="add">
        <pc:chgData name="이효민[ 학부재학 / 사이버국방학과 ]" userId="3929b77a-7aa2-4a96-a97d-3b5ce13f9d26" providerId="ADAL" clId="{E0BD485B-8CEC-4AC6-BF86-C69BA456B538}" dt="2022-01-06T16:06:19.178" v="236"/>
        <pc:sldMkLst>
          <pc:docMk/>
          <pc:sldMk cId="1179031445" sldId="382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6:51.162" v="237" actId="47"/>
        <pc:sldMkLst>
          <pc:docMk/>
          <pc:sldMk cId="2078088045" sldId="383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260037064" sldId="385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2370932115" sldId="385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1012240963" sldId="386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2188971820" sldId="386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2854478650" sldId="387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4196898936" sldId="387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3710623070" sldId="388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3927734539" sldId="388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2529356639" sldId="389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3834074610" sldId="389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1819079381" sldId="390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2926131850" sldId="390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1997572586" sldId="391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2528848960" sldId="391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260742427" sldId="392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1356089523" sldId="392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778977122" sldId="393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859199710" sldId="393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584827083" sldId="394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1297712546" sldId="394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1427431556" sldId="395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3947513971" sldId="395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385976839" sldId="396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624269440" sldId="396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933115154" sldId="397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1811206245" sldId="397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744986066" sldId="398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3725620143" sldId="398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1246267879" sldId="399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1588151629" sldId="399"/>
        </pc:sldMkLst>
      </pc:sldChg>
      <pc:sldChg chg="add del">
        <pc:chgData name="이효민[ 학부재학 / 사이버국방학과 ]" userId="3929b77a-7aa2-4a96-a97d-3b5ce13f9d26" providerId="ADAL" clId="{E0BD485B-8CEC-4AC6-BF86-C69BA456B538}" dt="2022-01-06T16:09:59.035" v="281" actId="2696"/>
        <pc:sldMkLst>
          <pc:docMk/>
          <pc:sldMk cId="962068241" sldId="400"/>
        </pc:sldMkLst>
      </pc:sldChg>
      <pc:sldChg chg="add">
        <pc:chgData name="이효민[ 학부재학 / 사이버국방학과 ]" userId="3929b77a-7aa2-4a96-a97d-3b5ce13f9d26" providerId="ADAL" clId="{E0BD485B-8CEC-4AC6-BF86-C69BA456B538}" dt="2022-01-06T16:10:07.950" v="282"/>
        <pc:sldMkLst>
          <pc:docMk/>
          <pc:sldMk cId="3192495274" sldId="400"/>
        </pc:sldMkLst>
      </pc:sldChg>
      <pc:sldChg chg="new del">
        <pc:chgData name="이효민[ 학부재학 / 사이버국방학과 ]" userId="3929b77a-7aa2-4a96-a97d-3b5ce13f9d26" providerId="ADAL" clId="{E0BD485B-8CEC-4AC6-BF86-C69BA456B538}" dt="2022-01-06T16:10:32.786" v="284" actId="47"/>
        <pc:sldMkLst>
          <pc:docMk/>
          <pc:sldMk cId="1503181014" sldId="401"/>
        </pc:sldMkLst>
      </pc:sldChg>
      <pc:sldChg chg="modSp new mod">
        <pc:chgData name="이효민[ 학부재학 / 사이버국방학과 ]" userId="3929b77a-7aa2-4a96-a97d-3b5ce13f9d26" providerId="ADAL" clId="{E0BD485B-8CEC-4AC6-BF86-C69BA456B538}" dt="2022-01-06T16:10:37.930" v="302" actId="20577"/>
        <pc:sldMkLst>
          <pc:docMk/>
          <pc:sldMk cId="2066621292" sldId="402"/>
        </pc:sldMkLst>
        <pc:spChg chg="mod">
          <ac:chgData name="이효민[ 학부재학 / 사이버국방학과 ]" userId="3929b77a-7aa2-4a96-a97d-3b5ce13f9d26" providerId="ADAL" clId="{E0BD485B-8CEC-4AC6-BF86-C69BA456B538}" dt="2022-01-06T16:10:37.930" v="302" actId="20577"/>
          <ac:spMkLst>
            <pc:docMk/>
            <pc:sldMk cId="2066621292" sldId="402"/>
            <ac:spMk id="2" creationId="{AC87E39C-ADB3-4F42-895B-18DBF018BA3B}"/>
          </ac:spMkLst>
        </pc:spChg>
      </pc:sldChg>
    </pc:docChg>
  </pc:docChgLst>
  <pc:docChgLst>
    <pc:chgData name="이효민[ 학부재학 / 사이버국방학과 ]" userId="S::lhm1024@korea.edu::3929b77a-7aa2-4a96-a97d-3b5ce13f9d26" providerId="AD" clId="Web-{6EB83F11-3CD7-45CD-A060-8FE1D5F6A3F8}"/>
    <pc:docChg chg="addSld sldOrd modSection">
      <pc:chgData name="이효민[ 학부재학 / 사이버국방학과 ]" userId="S::lhm1024@korea.edu::3929b77a-7aa2-4a96-a97d-3b5ce13f9d26" providerId="AD" clId="Web-{6EB83F11-3CD7-45CD-A060-8FE1D5F6A3F8}" dt="2021-07-08T07:00:35.629" v="18"/>
      <pc:docMkLst>
        <pc:docMk/>
      </pc:docMkLst>
      <pc:sldChg chg="ord">
        <pc:chgData name="이효민[ 학부재학 / 사이버국방학과 ]" userId="S::lhm1024@korea.edu::3929b77a-7aa2-4a96-a97d-3b5ce13f9d26" providerId="AD" clId="Web-{6EB83F11-3CD7-45CD-A060-8FE1D5F6A3F8}" dt="2021-07-08T07:00:35.629" v="18"/>
        <pc:sldMkLst>
          <pc:docMk/>
          <pc:sldMk cId="3682925829" sldId="311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7"/>
        <pc:sldMkLst>
          <pc:docMk/>
          <pc:sldMk cId="3564423949" sldId="312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6"/>
        <pc:sldMkLst>
          <pc:docMk/>
          <pc:sldMk cId="228712980" sldId="313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5"/>
        <pc:sldMkLst>
          <pc:docMk/>
          <pc:sldMk cId="2150555230" sldId="314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4"/>
        <pc:sldMkLst>
          <pc:docMk/>
          <pc:sldMk cId="840296087" sldId="315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3"/>
        <pc:sldMkLst>
          <pc:docMk/>
          <pc:sldMk cId="607939077" sldId="316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2"/>
        <pc:sldMkLst>
          <pc:docMk/>
          <pc:sldMk cId="2416698218" sldId="317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1"/>
        <pc:sldMkLst>
          <pc:docMk/>
          <pc:sldMk cId="1137838211" sldId="318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0"/>
        <pc:sldMkLst>
          <pc:docMk/>
          <pc:sldMk cId="1114188019" sldId="319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9"/>
        <pc:sldMkLst>
          <pc:docMk/>
          <pc:sldMk cId="2617413653" sldId="320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8"/>
        <pc:sldMkLst>
          <pc:docMk/>
          <pc:sldMk cId="78947117" sldId="321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8.903" v="0"/>
        <pc:sldMkLst>
          <pc:docMk/>
          <pc:sldMk cId="3247097004" sldId="323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8.996" v="1"/>
        <pc:sldMkLst>
          <pc:docMk/>
          <pc:sldMk cId="1579073654" sldId="324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043" v="2"/>
        <pc:sldMkLst>
          <pc:docMk/>
          <pc:sldMk cId="2650239397" sldId="325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090" v="3"/>
        <pc:sldMkLst>
          <pc:docMk/>
          <pc:sldMk cId="3039382090" sldId="326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153" v="4"/>
        <pc:sldMkLst>
          <pc:docMk/>
          <pc:sldMk cId="168451364" sldId="327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199" v="5"/>
        <pc:sldMkLst>
          <pc:docMk/>
          <pc:sldMk cId="601295334" sldId="328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262" v="6"/>
        <pc:sldMkLst>
          <pc:docMk/>
          <pc:sldMk cId="4141664827" sldId="329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9:28.987" v="7"/>
        <pc:sldMkLst>
          <pc:docMk/>
          <pc:sldMk cId="1902405254" sldId="330"/>
        </pc:sldMkLst>
      </pc:sldChg>
    </pc:docChg>
  </pc:docChgLst>
  <pc:docChgLst>
    <pc:chgData name="이효민[ 학부재학 / 사이버국방학과 ]" userId="3929b77a-7aa2-4a96-a97d-3b5ce13f9d26" providerId="ADAL" clId="{89AA700A-C87B-4DC7-95D3-DD1D4BD93CCF}"/>
    <pc:docChg chg="undo custSel addSld delSld modSld sldOrd modMainMaster modSection">
      <pc:chgData name="이효민[ 학부재학 / 사이버국방학과 ]" userId="3929b77a-7aa2-4a96-a97d-3b5ce13f9d26" providerId="ADAL" clId="{89AA700A-C87B-4DC7-95D3-DD1D4BD93CCF}" dt="2022-01-02T20:50:46.130" v="1903"/>
      <pc:docMkLst>
        <pc:docMk/>
      </pc:docMkLst>
      <pc:sldChg chg="modSp mod">
        <pc:chgData name="이효민[ 학부재학 / 사이버국방학과 ]" userId="3929b77a-7aa2-4a96-a97d-3b5ce13f9d26" providerId="ADAL" clId="{89AA700A-C87B-4DC7-95D3-DD1D4BD93CCF}" dt="2021-12-29T09:00:57.500" v="116"/>
        <pc:sldMkLst>
          <pc:docMk/>
          <pc:sldMk cId="4271878798" sldId="256"/>
        </pc:sldMkLst>
        <pc:spChg chg="mod">
          <ac:chgData name="이효민[ 학부재학 / 사이버국방학과 ]" userId="3929b77a-7aa2-4a96-a97d-3b5ce13f9d26" providerId="ADAL" clId="{89AA700A-C87B-4DC7-95D3-DD1D4BD93CCF}" dt="2021-12-29T09:00:57.500" v="116"/>
          <ac:spMkLst>
            <pc:docMk/>
            <pc:sldMk cId="4271878798" sldId="256"/>
            <ac:spMk id="2" creationId="{3D9CB0BF-81E0-42EC-91C8-E32C844400CF}"/>
          </ac:spMkLst>
        </pc:spChg>
        <pc:spChg chg="mod">
          <ac:chgData name="이효민[ 학부재학 / 사이버국방학과 ]" userId="3929b77a-7aa2-4a96-a97d-3b5ce13f9d26" providerId="ADAL" clId="{89AA700A-C87B-4DC7-95D3-DD1D4BD93CCF}" dt="2021-12-29T09:00:35.121" v="53"/>
          <ac:spMkLst>
            <pc:docMk/>
            <pc:sldMk cId="4271878798" sldId="256"/>
            <ac:spMk id="3" creationId="{22379862-334E-462A-BC01-BB5250028995}"/>
          </ac:spMkLst>
        </pc:spChg>
      </pc:sldChg>
      <pc:sldChg chg="modSp mod">
        <pc:chgData name="이효민[ 학부재학 / 사이버국방학과 ]" userId="3929b77a-7aa2-4a96-a97d-3b5ce13f9d26" providerId="ADAL" clId="{89AA700A-C87B-4DC7-95D3-DD1D4BD93CCF}" dt="2022-01-02T20:19:26.699" v="124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89AA700A-C87B-4DC7-95D3-DD1D4BD93CCF}" dt="2022-01-02T20:19:26.699" v="124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ord">
        <pc:chgData name="이효민[ 학부재학 / 사이버국방학과 ]" userId="3929b77a-7aa2-4a96-a97d-3b5ce13f9d26" providerId="ADAL" clId="{89AA700A-C87B-4DC7-95D3-DD1D4BD93CCF}" dt="2022-01-02T20:20:12.577" v="132"/>
        <pc:sldMkLst>
          <pc:docMk/>
          <pc:sldMk cId="2956657893" sldId="271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711119976" sldId="276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331126702" sldId="276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380897034" sldId="27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3650578037" sldId="27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1731767942" sldId="278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3103984751" sldId="278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428576480" sldId="279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442887221" sldId="279"/>
        </pc:sldMkLst>
      </pc:sldChg>
      <pc:sldChg chg="modSp mod">
        <pc:chgData name="이효민[ 학부재학 / 사이버국방학과 ]" userId="3929b77a-7aa2-4a96-a97d-3b5ce13f9d26" providerId="ADAL" clId="{89AA700A-C87B-4DC7-95D3-DD1D4BD93CCF}" dt="2021-12-29T09:00:35.500" v="54" actId="27636"/>
        <pc:sldMkLst>
          <pc:docMk/>
          <pc:sldMk cId="3636908598" sldId="347"/>
        </pc:sldMkLst>
        <pc:spChg chg="mod">
          <ac:chgData name="이효민[ 학부재학 / 사이버국방학과 ]" userId="3929b77a-7aa2-4a96-a97d-3b5ce13f9d26" providerId="ADAL" clId="{89AA700A-C87B-4DC7-95D3-DD1D4BD93CCF}" dt="2021-12-29T09:00:35.500" v="54" actId="27636"/>
          <ac:spMkLst>
            <pc:docMk/>
            <pc:sldMk cId="3636908598" sldId="347"/>
            <ac:spMk id="3" creationId="{F1919A29-26C6-4D1E-A1C6-6211B17B5114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27:04.023" v="387" actId="20577"/>
        <pc:sldMkLst>
          <pc:docMk/>
          <pc:sldMk cId="365798377" sldId="348"/>
        </pc:sldMkLst>
        <pc:spChg chg="mod">
          <ac:chgData name="이효민[ 학부재학 / 사이버국방학과 ]" userId="3929b77a-7aa2-4a96-a97d-3b5ce13f9d26" providerId="ADAL" clId="{89AA700A-C87B-4DC7-95D3-DD1D4BD93CCF}" dt="2022-01-02T20:27:04.023" v="387" actId="20577"/>
          <ac:spMkLst>
            <pc:docMk/>
            <pc:sldMk cId="365798377" sldId="348"/>
            <ac:spMk id="2" creationId="{AA8B08DA-8E85-45A7-9142-736ACE68A3F3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27:00.724" v="384" actId="20577"/>
          <ac:spMkLst>
            <pc:docMk/>
            <pc:sldMk cId="365798377" sldId="348"/>
            <ac:spMk id="3" creationId="{E9FAF3EC-D595-4ABA-AF8D-D9EEAEB2D5B9}"/>
          </ac:spMkLst>
        </pc:spChg>
      </pc:sldChg>
      <pc:sldChg chg="addSp delSp modSp new mod">
        <pc:chgData name="이효민[ 학부재학 / 사이버국방학과 ]" userId="3929b77a-7aa2-4a96-a97d-3b5ce13f9d26" providerId="ADAL" clId="{89AA700A-C87B-4DC7-95D3-DD1D4BD93CCF}" dt="2022-01-02T20:32:01.992" v="504" actId="1076"/>
        <pc:sldMkLst>
          <pc:docMk/>
          <pc:sldMk cId="3106261693" sldId="349"/>
        </pc:sldMkLst>
        <pc:spChg chg="mod">
          <ac:chgData name="이효민[ 학부재학 / 사이버국방학과 ]" userId="3929b77a-7aa2-4a96-a97d-3b5ce13f9d26" providerId="ADAL" clId="{89AA700A-C87B-4DC7-95D3-DD1D4BD93CCF}" dt="2022-01-02T20:28:06.638" v="438" actId="20577"/>
          <ac:spMkLst>
            <pc:docMk/>
            <pc:sldMk cId="3106261693" sldId="349"/>
            <ac:spMk id="2" creationId="{CAD0618D-48A2-4AE3-81F9-FCEDA07DC563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27:52.999" v="433" actId="20577"/>
          <ac:spMkLst>
            <pc:docMk/>
            <pc:sldMk cId="3106261693" sldId="349"/>
            <ac:spMk id="3" creationId="{B9A09ED7-4ADC-42E1-A476-019BAB6F2944}"/>
          </ac:spMkLst>
        </pc:spChg>
        <pc:picChg chg="add del mod modCrop">
          <ac:chgData name="이효민[ 학부재학 / 사이버국방학과 ]" userId="3929b77a-7aa2-4a96-a97d-3b5ce13f9d26" providerId="ADAL" clId="{89AA700A-C87B-4DC7-95D3-DD1D4BD93CCF}" dt="2022-01-02T20:31:55.844" v="499" actId="478"/>
          <ac:picMkLst>
            <pc:docMk/>
            <pc:sldMk cId="3106261693" sldId="349"/>
            <ac:picMk id="6" creationId="{87D139E7-B43B-4EF9-A171-2F3A018FA2E9}"/>
          </ac:picMkLst>
        </pc:picChg>
        <pc:picChg chg="add mod">
          <ac:chgData name="이효민[ 학부재학 / 사이버국방학과 ]" userId="3929b77a-7aa2-4a96-a97d-3b5ce13f9d26" providerId="ADAL" clId="{89AA700A-C87B-4DC7-95D3-DD1D4BD93CCF}" dt="2022-01-02T20:32:01.992" v="504" actId="1076"/>
          <ac:picMkLst>
            <pc:docMk/>
            <pc:sldMk cId="3106261693" sldId="349"/>
            <ac:picMk id="8" creationId="{E73F41FF-FCE2-4B13-99A7-CFB94A73EB70}"/>
          </ac:picMkLst>
        </pc:picChg>
      </pc:sldChg>
      <pc:sldChg chg="modSp new mod">
        <pc:chgData name="이효민[ 학부재학 / 사이버국방학과 ]" userId="3929b77a-7aa2-4a96-a97d-3b5ce13f9d26" providerId="ADAL" clId="{89AA700A-C87B-4DC7-95D3-DD1D4BD93CCF}" dt="2022-01-02T20:33:46.636" v="585"/>
        <pc:sldMkLst>
          <pc:docMk/>
          <pc:sldMk cId="319041979" sldId="350"/>
        </pc:sldMkLst>
        <pc:spChg chg="mod">
          <ac:chgData name="이효민[ 학부재학 / 사이버국방학과 ]" userId="3929b77a-7aa2-4a96-a97d-3b5ce13f9d26" providerId="ADAL" clId="{89AA700A-C87B-4DC7-95D3-DD1D4BD93CCF}" dt="2022-01-02T20:32:40.309" v="510"/>
          <ac:spMkLst>
            <pc:docMk/>
            <pc:sldMk cId="319041979" sldId="350"/>
            <ac:spMk id="2" creationId="{0A5F2BA0-8011-471F-AEB5-77E475A4D5D4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3:46.636" v="585"/>
          <ac:spMkLst>
            <pc:docMk/>
            <pc:sldMk cId="319041979" sldId="350"/>
            <ac:spMk id="3" creationId="{61DAB59D-5337-478A-85B8-B9A1F922BEFB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35:19.591" v="824" actId="27636"/>
        <pc:sldMkLst>
          <pc:docMk/>
          <pc:sldMk cId="3978286067" sldId="351"/>
        </pc:sldMkLst>
        <pc:spChg chg="mod">
          <ac:chgData name="이효민[ 학부재학 / 사이버국방학과 ]" userId="3929b77a-7aa2-4a96-a97d-3b5ce13f9d26" providerId="ADAL" clId="{89AA700A-C87B-4DC7-95D3-DD1D4BD93CCF}" dt="2022-01-02T20:35:16.007" v="819"/>
          <ac:spMkLst>
            <pc:docMk/>
            <pc:sldMk cId="3978286067" sldId="351"/>
            <ac:spMk id="2" creationId="{5C99D40B-CD94-48AC-8768-B2B126F072C7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5:19.591" v="824" actId="27636"/>
          <ac:spMkLst>
            <pc:docMk/>
            <pc:sldMk cId="3978286067" sldId="351"/>
            <ac:spMk id="3" creationId="{84A5D00A-9CA6-435A-BCC5-0944C500168A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39:32.287" v="1060" actId="20577"/>
        <pc:sldMkLst>
          <pc:docMk/>
          <pc:sldMk cId="1724742321" sldId="352"/>
        </pc:sldMkLst>
        <pc:spChg chg="mod">
          <ac:chgData name="이효민[ 학부재학 / 사이버국방학과 ]" userId="3929b77a-7aa2-4a96-a97d-3b5ce13f9d26" providerId="ADAL" clId="{89AA700A-C87B-4DC7-95D3-DD1D4BD93CCF}" dt="2022-01-02T20:35:29.349" v="830" actId="20577"/>
          <ac:spMkLst>
            <pc:docMk/>
            <pc:sldMk cId="1724742321" sldId="352"/>
            <ac:spMk id="2" creationId="{C042270A-30BB-44B9-9906-57D6FCCC60C8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9:32.287" v="1060" actId="20577"/>
          <ac:spMkLst>
            <pc:docMk/>
            <pc:sldMk cId="1724742321" sldId="352"/>
            <ac:spMk id="3" creationId="{B52B04EA-61EB-4FBE-81D1-40744CE57824}"/>
          </ac:spMkLst>
        </pc:spChg>
      </pc:sldChg>
      <pc:sldChg chg="addSp modSp new mod">
        <pc:chgData name="이효민[ 학부재학 / 사이버국방학과 ]" userId="3929b77a-7aa2-4a96-a97d-3b5ce13f9d26" providerId="ADAL" clId="{89AA700A-C87B-4DC7-95D3-DD1D4BD93CCF}" dt="2022-01-02T20:37:15.004" v="907" actId="1076"/>
        <pc:sldMkLst>
          <pc:docMk/>
          <pc:sldMk cId="863911632" sldId="353"/>
        </pc:sldMkLst>
        <pc:spChg chg="mod">
          <ac:chgData name="이효민[ 학부재학 / 사이버국방학과 ]" userId="3929b77a-7aa2-4a96-a97d-3b5ce13f9d26" providerId="ADAL" clId="{89AA700A-C87B-4DC7-95D3-DD1D4BD93CCF}" dt="2022-01-02T20:36:44.868" v="895"/>
          <ac:spMkLst>
            <pc:docMk/>
            <pc:sldMk cId="863911632" sldId="353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7:00.116" v="904" actId="20577"/>
          <ac:spMkLst>
            <pc:docMk/>
            <pc:sldMk cId="863911632" sldId="353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37:15.004" v="907" actId="1076"/>
          <ac:picMkLst>
            <pc:docMk/>
            <pc:sldMk cId="863911632" sldId="353"/>
            <ac:picMk id="6" creationId="{EDFB8ADB-4859-4AFC-B48E-AFEAC90EDF33}"/>
          </ac:picMkLst>
        </pc:picChg>
      </pc:sldChg>
      <pc:sldChg chg="modSp new mod">
        <pc:chgData name="이효민[ 학부재학 / 사이버국방학과 ]" userId="3929b77a-7aa2-4a96-a97d-3b5ce13f9d26" providerId="ADAL" clId="{89AA700A-C87B-4DC7-95D3-DD1D4BD93CCF}" dt="2022-01-02T20:48:41.699" v="1880" actId="1076"/>
        <pc:sldMkLst>
          <pc:docMk/>
          <pc:sldMk cId="1621801038" sldId="354"/>
        </pc:sldMkLst>
        <pc:spChg chg="mod">
          <ac:chgData name="이효민[ 학부재학 / 사이버국방학과 ]" userId="3929b77a-7aa2-4a96-a97d-3b5ce13f9d26" providerId="ADAL" clId="{89AA700A-C87B-4DC7-95D3-DD1D4BD93CCF}" dt="2022-01-02T20:48:34.399" v="1875" actId="20577"/>
          <ac:spMkLst>
            <pc:docMk/>
            <pc:sldMk cId="1621801038" sldId="354"/>
            <ac:spMk id="2" creationId="{8D8D3D1B-BE26-4B92-AE92-6F3B1F5F1CE0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8:41.699" v="1880" actId="1076"/>
          <ac:spMkLst>
            <pc:docMk/>
            <pc:sldMk cId="1621801038" sldId="354"/>
            <ac:spMk id="3" creationId="{D9A28D56-990B-433B-A98E-C091EC26F19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37:39.882" v="936"/>
        <pc:sldMkLst>
          <pc:docMk/>
          <pc:sldMk cId="421932750" sldId="355"/>
        </pc:sldMkLst>
        <pc:spChg chg="mod">
          <ac:chgData name="이효민[ 학부재학 / 사이버국방학과 ]" userId="3929b77a-7aa2-4a96-a97d-3b5ce13f9d26" providerId="ADAL" clId="{89AA700A-C87B-4DC7-95D3-DD1D4BD93CCF}" dt="2022-01-02T20:37:23.015" v="926"/>
          <ac:spMkLst>
            <pc:docMk/>
            <pc:sldMk cId="421932750" sldId="355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7:39.882" v="936"/>
          <ac:spMkLst>
            <pc:docMk/>
            <pc:sldMk cId="421932750" sldId="355"/>
            <ac:spMk id="3" creationId="{BD33F9B7-6FA1-40A1-8E29-435855FB5B4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38:13.174" v="1056"/>
        <pc:sldMkLst>
          <pc:docMk/>
          <pc:sldMk cId="2087600335" sldId="356"/>
        </pc:sldMkLst>
        <pc:spChg chg="mod">
          <ac:chgData name="이효민[ 학부재학 / 사이버국방학과 ]" userId="3929b77a-7aa2-4a96-a97d-3b5ce13f9d26" providerId="ADAL" clId="{89AA700A-C87B-4DC7-95D3-DD1D4BD93CCF}" dt="2022-01-02T20:37:51.196" v="964"/>
          <ac:spMkLst>
            <pc:docMk/>
            <pc:sldMk cId="2087600335" sldId="356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8:13.174" v="1056"/>
          <ac:spMkLst>
            <pc:docMk/>
            <pc:sldMk cId="2087600335" sldId="356"/>
            <ac:spMk id="3" creationId="{BD33F9B7-6FA1-40A1-8E29-435855FB5B4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42:53.745" v="1345" actId="20577"/>
        <pc:sldMkLst>
          <pc:docMk/>
          <pc:sldMk cId="3768780291" sldId="357"/>
        </pc:sldMkLst>
        <pc:spChg chg="mod">
          <ac:chgData name="이효민[ 학부재학 / 사이버국방학과 ]" userId="3929b77a-7aa2-4a96-a97d-3b5ce13f9d26" providerId="ADAL" clId="{89AA700A-C87B-4DC7-95D3-DD1D4BD93CCF}" dt="2022-01-02T20:42:10.964" v="1061"/>
          <ac:spMkLst>
            <pc:docMk/>
            <pc:sldMk cId="3768780291" sldId="357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2:53.745" v="1345" actId="20577"/>
          <ac:spMkLst>
            <pc:docMk/>
            <pc:sldMk cId="3768780291" sldId="357"/>
            <ac:spMk id="3" creationId="{BD33F9B7-6FA1-40A1-8E29-435855FB5B4E}"/>
          </ac:spMkLst>
        </pc:spChg>
      </pc:sldChg>
      <pc:sldChg chg="addSp modSp add mod">
        <pc:chgData name="이효민[ 학부재학 / 사이버국방학과 ]" userId="3929b77a-7aa2-4a96-a97d-3b5ce13f9d26" providerId="ADAL" clId="{89AA700A-C87B-4DC7-95D3-DD1D4BD93CCF}" dt="2022-01-02T20:43:25.300" v="1401" actId="1076"/>
        <pc:sldMkLst>
          <pc:docMk/>
          <pc:sldMk cId="281315117" sldId="358"/>
        </pc:sldMkLst>
        <pc:spChg chg="mod">
          <ac:chgData name="이효민[ 학부재학 / 사이버국방학과 ]" userId="3929b77a-7aa2-4a96-a97d-3b5ce13f9d26" providerId="ADAL" clId="{89AA700A-C87B-4DC7-95D3-DD1D4BD93CCF}" dt="2022-01-02T20:43:03.149" v="1346"/>
          <ac:spMkLst>
            <pc:docMk/>
            <pc:sldMk cId="281315117" sldId="358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3:14.258" v="1396"/>
          <ac:spMkLst>
            <pc:docMk/>
            <pc:sldMk cId="281315117" sldId="358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43:25.300" v="1401" actId="1076"/>
          <ac:picMkLst>
            <pc:docMk/>
            <pc:sldMk cId="281315117" sldId="358"/>
            <ac:picMk id="6" creationId="{7498F5E0-E299-4802-A52D-424D780523B4}"/>
          </ac:picMkLst>
        </pc:picChg>
      </pc:sldChg>
      <pc:sldChg chg="addSp modSp add mod">
        <pc:chgData name="이효민[ 학부재학 / 사이버국방학과 ]" userId="3929b77a-7aa2-4a96-a97d-3b5ce13f9d26" providerId="ADAL" clId="{89AA700A-C87B-4DC7-95D3-DD1D4BD93CCF}" dt="2022-01-02T20:44:12.618" v="1604" actId="1076"/>
        <pc:sldMkLst>
          <pc:docMk/>
          <pc:sldMk cId="657699335" sldId="359"/>
        </pc:sldMkLst>
        <pc:spChg chg="mod">
          <ac:chgData name="이효민[ 학부재학 / 사이버국방학과 ]" userId="3929b77a-7aa2-4a96-a97d-3b5ce13f9d26" providerId="ADAL" clId="{89AA700A-C87B-4DC7-95D3-DD1D4BD93CCF}" dt="2022-01-02T20:43:37.352" v="1429"/>
          <ac:spMkLst>
            <pc:docMk/>
            <pc:sldMk cId="657699335" sldId="359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4:07.677" v="1602" actId="20577"/>
          <ac:spMkLst>
            <pc:docMk/>
            <pc:sldMk cId="657699335" sldId="359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44:12.618" v="1604" actId="1076"/>
          <ac:picMkLst>
            <pc:docMk/>
            <pc:sldMk cId="657699335" sldId="359"/>
            <ac:picMk id="6" creationId="{DD28D1AA-51B6-49C4-97E3-CC3C96323F88}"/>
          </ac:picMkLst>
        </pc:picChg>
      </pc:sldChg>
      <pc:sldChg chg="modSp add mod">
        <pc:chgData name="이효민[ 학부재학 / 사이버국방학과 ]" userId="3929b77a-7aa2-4a96-a97d-3b5ce13f9d26" providerId="ADAL" clId="{89AA700A-C87B-4DC7-95D3-DD1D4BD93CCF}" dt="2022-01-02T20:45:14.143" v="1840" actId="20577"/>
        <pc:sldMkLst>
          <pc:docMk/>
          <pc:sldMk cId="2888858680" sldId="360"/>
        </pc:sldMkLst>
        <pc:spChg chg="mod">
          <ac:chgData name="이효민[ 학부재학 / 사이버국방학과 ]" userId="3929b77a-7aa2-4a96-a97d-3b5ce13f9d26" providerId="ADAL" clId="{89AA700A-C87B-4DC7-95D3-DD1D4BD93CCF}" dt="2022-01-02T20:44:31.084" v="1623"/>
          <ac:spMkLst>
            <pc:docMk/>
            <pc:sldMk cId="2888858680" sldId="360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5:14.143" v="1840" actId="20577"/>
          <ac:spMkLst>
            <pc:docMk/>
            <pc:sldMk cId="2888858680" sldId="360"/>
            <ac:spMk id="3" creationId="{BD33F9B7-6FA1-40A1-8E29-435855FB5B4E}"/>
          </ac:spMkLst>
        </pc:spChg>
      </pc:sldChg>
      <pc:sldChg chg="addSp delSp modSp new mod">
        <pc:chgData name="이효민[ 학부재학 / 사이버국방학과 ]" userId="3929b77a-7aa2-4a96-a97d-3b5ce13f9d26" providerId="ADAL" clId="{89AA700A-C87B-4DC7-95D3-DD1D4BD93CCF}" dt="2022-01-02T20:45:47.403" v="1866" actId="1076"/>
        <pc:sldMkLst>
          <pc:docMk/>
          <pc:sldMk cId="1149798840" sldId="361"/>
        </pc:sldMkLst>
        <pc:spChg chg="mod">
          <ac:chgData name="이효민[ 학부재학 / 사이버국방학과 ]" userId="3929b77a-7aa2-4a96-a97d-3b5ce13f9d26" providerId="ADAL" clId="{89AA700A-C87B-4DC7-95D3-DD1D4BD93CCF}" dt="2022-01-02T20:45:34.388" v="1863"/>
          <ac:spMkLst>
            <pc:docMk/>
            <pc:sldMk cId="1149798840" sldId="361"/>
            <ac:spMk id="2" creationId="{F6538573-C45A-4D3C-93F0-9580E3004734}"/>
          </ac:spMkLst>
        </pc:spChg>
        <pc:spChg chg="del">
          <ac:chgData name="이효민[ 학부재학 / 사이버국방학과 ]" userId="3929b77a-7aa2-4a96-a97d-3b5ce13f9d26" providerId="ADAL" clId="{89AA700A-C87B-4DC7-95D3-DD1D4BD93CCF}" dt="2022-01-02T20:45:41.287" v="1864" actId="22"/>
          <ac:spMkLst>
            <pc:docMk/>
            <pc:sldMk cId="1149798840" sldId="361"/>
            <ac:spMk id="3" creationId="{A78A2427-7B32-4948-8799-AEB01D72CECA}"/>
          </ac:spMkLst>
        </pc:spChg>
        <pc:picChg chg="add mod ord">
          <ac:chgData name="이효민[ 학부재학 / 사이버국방학과 ]" userId="3929b77a-7aa2-4a96-a97d-3b5ce13f9d26" providerId="ADAL" clId="{89AA700A-C87B-4DC7-95D3-DD1D4BD93CCF}" dt="2022-01-02T20:45:47.403" v="1866" actId="1076"/>
          <ac:picMkLst>
            <pc:docMk/>
            <pc:sldMk cId="1149798840" sldId="361"/>
            <ac:picMk id="6" creationId="{1691150F-CAD5-434C-81FC-5D4B6A35039D}"/>
          </ac:picMkLst>
        </pc:picChg>
      </pc:sldChg>
      <pc:sldChg chg="modSp new del mod">
        <pc:chgData name="이효민[ 학부재학 / 사이버국방학과 ]" userId="3929b77a-7aa2-4a96-a97d-3b5ce13f9d26" providerId="ADAL" clId="{89AA700A-C87B-4DC7-95D3-DD1D4BD93CCF}" dt="2022-01-02T20:49:08.123" v="1901" actId="47"/>
        <pc:sldMkLst>
          <pc:docMk/>
          <pc:sldMk cId="4181078703" sldId="362"/>
        </pc:sldMkLst>
        <pc:spChg chg="mod">
          <ac:chgData name="이효민[ 학부재학 / 사이버국방학과 ]" userId="3929b77a-7aa2-4a96-a97d-3b5ce13f9d26" providerId="ADAL" clId="{89AA700A-C87B-4DC7-95D3-DD1D4BD93CCF}" dt="2022-01-02T20:49:02.699" v="1887"/>
          <ac:spMkLst>
            <pc:docMk/>
            <pc:sldMk cId="4181078703" sldId="362"/>
            <ac:spMk id="2" creationId="{42DD2CED-9D83-4C81-9265-F854E88F5726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9:06.298" v="1900" actId="20577"/>
          <ac:spMkLst>
            <pc:docMk/>
            <pc:sldMk cId="4181078703" sldId="362"/>
            <ac:spMk id="3" creationId="{87CE4227-BB12-49B1-9998-625EF88FABD2}"/>
          </ac:spMkLst>
        </pc:spChg>
      </pc:sldChg>
      <pc:sldMasterChg chg="addSp delSp modSp mod modSldLayout">
        <pc:chgData name="이효민[ 학부재학 / 사이버국방학과 ]" userId="3929b77a-7aa2-4a96-a97d-3b5ce13f9d26" providerId="ADAL" clId="{89AA700A-C87B-4DC7-95D3-DD1D4BD93CCF}" dt="2021-12-29T08:56:55.227" v="27"/>
        <pc:sldMasterMkLst>
          <pc:docMk/>
          <pc:sldMasterMk cId="3145777673" sldId="2147483672"/>
        </pc:sldMasterMkLst>
        <pc:picChg chg="del">
          <ac:chgData name="이효민[ 학부재학 / 사이버국방학과 ]" userId="3929b77a-7aa2-4a96-a97d-3b5ce13f9d26" providerId="ADAL" clId="{89AA700A-C87B-4DC7-95D3-DD1D4BD93CCF}" dt="2021-12-29T08:53:48.864" v="1" actId="478"/>
          <ac:picMkLst>
            <pc:docMk/>
            <pc:sldMasterMk cId="3145777673" sldId="2147483672"/>
            <ac:picMk id="13" creationId="{29BA69F9-0503-4067-AB7A-E231C86B3305}"/>
          </ac:picMkLst>
        </pc:picChg>
        <pc:picChg chg="add mod">
          <ac:chgData name="이효민[ 학부재학 / 사이버국방학과 ]" userId="3929b77a-7aa2-4a96-a97d-3b5ce13f9d26" providerId="ADAL" clId="{89AA700A-C87B-4DC7-95D3-DD1D4BD93CCF}" dt="2021-12-29T08:56:35.209" v="19" actId="1076"/>
          <ac:picMkLst>
            <pc:docMk/>
            <pc:sldMasterMk cId="3145777673" sldId="2147483672"/>
            <ac:picMk id="1026" creationId="{1EF39420-1696-4E54-87DF-79AD7DE80951}"/>
          </ac:picMkLst>
        </pc:picChg>
        <pc:sldLayoutChg chg="addSp delSp modSp mod">
          <pc:chgData name="이효민[ 학부재학 / 사이버국방학과 ]" userId="3929b77a-7aa2-4a96-a97d-3b5ce13f9d26" providerId="ADAL" clId="{89AA700A-C87B-4DC7-95D3-DD1D4BD93CCF}" dt="2021-12-29T08:56:45.329" v="20"/>
          <pc:sldLayoutMkLst>
            <pc:docMk/>
            <pc:sldMasterMk cId="3145777673" sldId="2147483672"/>
            <pc:sldLayoutMk cId="546768808" sldId="2147483673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45.329" v="20"/>
            <ac:picMkLst>
              <pc:docMk/>
              <pc:sldMasterMk cId="3145777673" sldId="2147483672"/>
              <pc:sldLayoutMk cId="546768808" sldId="2147483673"/>
              <ac:picMk id="11" creationId="{DAA0D7A3-6928-4C01-A482-7794986FF1A5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46.469" v="0" actId="478"/>
            <ac:picMkLst>
              <pc:docMk/>
              <pc:sldMasterMk cId="3145777673" sldId="2147483672"/>
              <pc:sldLayoutMk cId="546768808" sldId="2147483673"/>
              <ac:picMk id="14" creationId="{11C0864E-6448-44E1-AFE5-2E08773EEE8A}"/>
            </ac:picMkLst>
          </pc:picChg>
        </pc:sldLayoutChg>
        <pc:sldLayoutChg chg="modSp mod">
          <pc:chgData name="이효민[ 학부재학 / 사이버국방학과 ]" userId="3929b77a-7aa2-4a96-a97d-3b5ce13f9d26" providerId="ADAL" clId="{89AA700A-C87B-4DC7-95D3-DD1D4BD93CCF}" dt="2021-12-29T08:55:42.177" v="16" actId="1076"/>
          <pc:sldLayoutMkLst>
            <pc:docMk/>
            <pc:sldMasterMk cId="3145777673" sldId="2147483672"/>
            <pc:sldLayoutMk cId="2099084053" sldId="2147483674"/>
          </pc:sldLayoutMkLst>
          <pc:spChg chg="mod">
            <ac:chgData name="이효민[ 학부재학 / 사이버국방학과 ]" userId="3929b77a-7aa2-4a96-a97d-3b5ce13f9d26" providerId="ADAL" clId="{89AA700A-C87B-4DC7-95D3-DD1D4BD93CCF}" dt="2021-12-29T08:55:42.177" v="16" actId="1076"/>
            <ac:spMkLst>
              <pc:docMk/>
              <pc:sldMasterMk cId="3145777673" sldId="2147483672"/>
              <pc:sldLayoutMk cId="2099084053" sldId="2147483674"/>
              <ac:spMk id="2" creationId="{00000000-0000-0000-0000-000000000000}"/>
            </ac:spMkLst>
          </pc:sp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46.674" v="21"/>
          <pc:sldLayoutMkLst>
            <pc:docMk/>
            <pc:sldMasterMk cId="3145777673" sldId="2147483672"/>
            <pc:sldLayoutMk cId="67324703" sldId="2147483675"/>
          </pc:sldLayoutMkLst>
          <pc:picChg chg="del">
            <ac:chgData name="이효민[ 학부재학 / 사이버국방학과 ]" userId="3929b77a-7aa2-4a96-a97d-3b5ce13f9d26" providerId="ADAL" clId="{89AA700A-C87B-4DC7-95D3-DD1D4BD93CCF}" dt="2021-12-29T08:53:51.371" v="2" actId="478"/>
            <ac:picMkLst>
              <pc:docMk/>
              <pc:sldMasterMk cId="3145777673" sldId="2147483672"/>
              <pc:sldLayoutMk cId="67324703" sldId="2147483675"/>
              <ac:picMk id="13" creationId="{9E849662-F097-4B69-ABDD-03264CF3CAD9}"/>
            </ac:picMkLst>
          </pc:picChg>
          <pc:picChg chg="add mod">
            <ac:chgData name="이효민[ 학부재학 / 사이버국방학과 ]" userId="3929b77a-7aa2-4a96-a97d-3b5ce13f9d26" providerId="ADAL" clId="{89AA700A-C87B-4DC7-95D3-DD1D4BD93CCF}" dt="2021-12-29T08:56:46.674" v="21"/>
            <ac:picMkLst>
              <pc:docMk/>
              <pc:sldMasterMk cId="3145777673" sldId="2147483672"/>
              <pc:sldLayoutMk cId="67324703" sldId="2147483675"/>
              <ac:picMk id="14" creationId="{3B7FE58E-2497-4D0D-A840-8D897A307375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49.170" v="22"/>
          <pc:sldLayoutMkLst>
            <pc:docMk/>
            <pc:sldMasterMk cId="3145777673" sldId="2147483672"/>
            <pc:sldLayoutMk cId="2157310852" sldId="2147483679"/>
          </pc:sldLayoutMkLst>
          <pc:picChg chg="del">
            <ac:chgData name="이효민[ 학부재학 / 사이버국방학과 ]" userId="3929b77a-7aa2-4a96-a97d-3b5ce13f9d26" providerId="ADAL" clId="{89AA700A-C87B-4DC7-95D3-DD1D4BD93CCF}" dt="2021-12-29T08:53:54.305" v="3" actId="478"/>
            <ac:picMkLst>
              <pc:docMk/>
              <pc:sldMasterMk cId="3145777673" sldId="2147483672"/>
              <pc:sldLayoutMk cId="2157310852" sldId="2147483679"/>
              <ac:picMk id="9" creationId="{1ECB84DA-A8BA-4128-B903-EB68DDB0E6FE}"/>
            </ac:picMkLst>
          </pc:picChg>
          <pc:picChg chg="add mod">
            <ac:chgData name="이효민[ 학부재학 / 사이버국방학과 ]" userId="3929b77a-7aa2-4a96-a97d-3b5ce13f9d26" providerId="ADAL" clId="{89AA700A-C87B-4DC7-95D3-DD1D4BD93CCF}" dt="2021-12-29T08:56:49.170" v="22"/>
            <ac:picMkLst>
              <pc:docMk/>
              <pc:sldMasterMk cId="3145777673" sldId="2147483672"/>
              <pc:sldLayoutMk cId="2157310852" sldId="2147483679"/>
              <ac:picMk id="10" creationId="{98451C86-C339-4FF7-8A13-0B63E9B4F7AF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1.500" v="23"/>
          <pc:sldLayoutMkLst>
            <pc:docMk/>
            <pc:sldMasterMk cId="3145777673" sldId="2147483672"/>
            <pc:sldLayoutMk cId="2831446787" sldId="2147483680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1.500" v="23"/>
            <ac:picMkLst>
              <pc:docMk/>
              <pc:sldMasterMk cId="3145777673" sldId="2147483672"/>
              <pc:sldLayoutMk cId="2831446787" sldId="2147483680"/>
              <ac:picMk id="11" creationId="{1699C7EA-96C9-421E-9F3C-C664E83A957D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57.010" v="4" actId="478"/>
            <ac:picMkLst>
              <pc:docMk/>
              <pc:sldMasterMk cId="3145777673" sldId="2147483672"/>
              <pc:sldLayoutMk cId="2831446787" sldId="2147483680"/>
              <ac:picMk id="13" creationId="{2ADE25BB-E09D-49C2-9D2C-C788645C9972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2.260" v="24"/>
          <pc:sldLayoutMkLst>
            <pc:docMk/>
            <pc:sldMasterMk cId="3145777673" sldId="2147483672"/>
            <pc:sldLayoutMk cId="366081474" sldId="2147483681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2.260" v="24"/>
            <ac:picMkLst>
              <pc:docMk/>
              <pc:sldMasterMk cId="3145777673" sldId="2147483672"/>
              <pc:sldLayoutMk cId="366081474" sldId="2147483681"/>
              <ac:picMk id="10" creationId="{1A4BE99F-4AE2-4BEA-8D48-B1BF3C8FDFFB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58.877" v="5" actId="478"/>
            <ac:picMkLst>
              <pc:docMk/>
              <pc:sldMasterMk cId="3145777673" sldId="2147483672"/>
              <pc:sldLayoutMk cId="366081474" sldId="2147483681"/>
              <ac:picMk id="12" creationId="{8DC6B2BE-E411-42DC-A126-E1DD70931A5F}"/>
            </ac:picMkLst>
          </pc:picChg>
        </pc:sldLayoutChg>
        <pc:sldLayoutChg chg="addSp delSp modSp">
          <pc:chgData name="이효민[ 학부재학 / 사이버국방학과 ]" userId="3929b77a-7aa2-4a96-a97d-3b5ce13f9d26" providerId="ADAL" clId="{89AA700A-C87B-4DC7-95D3-DD1D4BD93CCF}" dt="2021-12-29T08:56:53.800" v="26"/>
          <pc:sldLayoutMkLst>
            <pc:docMk/>
            <pc:sldMasterMk cId="3145777673" sldId="2147483672"/>
            <pc:sldLayoutMk cId="1505422099" sldId="2147483682"/>
          </pc:sldLayoutMkLst>
          <pc:picChg chg="add del mod">
            <ac:chgData name="이효민[ 학부재학 / 사이버국방학과 ]" userId="3929b77a-7aa2-4a96-a97d-3b5ce13f9d26" providerId="ADAL" clId="{89AA700A-C87B-4DC7-95D3-DD1D4BD93CCF}" dt="2021-12-29T08:56:53.800" v="26"/>
            <ac:picMkLst>
              <pc:docMk/>
              <pc:sldMasterMk cId="3145777673" sldId="2147483672"/>
              <pc:sldLayoutMk cId="1505422099" sldId="2147483682"/>
              <ac:picMk id="7" creationId="{E88D0D0B-959A-467D-936B-FB5192B98804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5.227" v="27"/>
          <pc:sldLayoutMkLst>
            <pc:docMk/>
            <pc:sldMasterMk cId="3145777673" sldId="2147483672"/>
            <pc:sldLayoutMk cId="3947021700" sldId="2147483683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5.227" v="27"/>
            <ac:picMkLst>
              <pc:docMk/>
              <pc:sldMasterMk cId="3145777673" sldId="2147483672"/>
              <pc:sldLayoutMk cId="3947021700" sldId="2147483683"/>
              <ac:picMk id="10" creationId="{717264EC-A67D-40EC-9C6B-5D0A30610B31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4:02.004" v="6" actId="478"/>
            <ac:picMkLst>
              <pc:docMk/>
              <pc:sldMasterMk cId="3145777673" sldId="2147483672"/>
              <pc:sldLayoutMk cId="3947021700" sldId="2147483683"/>
              <ac:picMk id="12" creationId="{D6AD4521-2136-4714-9EA2-136D4E7C63AD}"/>
            </ac:picMkLst>
          </pc:picChg>
        </pc:sldLayoutChg>
      </pc:sldMasterChg>
    </pc:docChg>
  </pc:docChgLst>
  <pc:docChgLst>
    <pc:chgData name="이효민[ 학부재학 / 사이버국방학과 ]" userId="3929b77a-7aa2-4a96-a97d-3b5ce13f9d26" providerId="ADAL" clId="{A9E6A787-5A8A-8843-A3CA-E3039F577C9F}"/>
    <pc:docChg chg="custSel modSld modMainMaster">
      <pc:chgData name="이효민[ 학부재학 / 사이버국방학과 ]" userId="3929b77a-7aa2-4a96-a97d-3b5ce13f9d26" providerId="ADAL" clId="{A9E6A787-5A8A-8843-A3CA-E3039F577C9F}" dt="2022-11-04T02:06:41.967" v="7" actId="478"/>
      <pc:docMkLst>
        <pc:docMk/>
      </pc:docMkLst>
      <pc:sldChg chg="modSp mod">
        <pc:chgData name="이효민[ 학부재학 / 사이버국방학과 ]" userId="3929b77a-7aa2-4a96-a97d-3b5ce13f9d26" providerId="ADAL" clId="{A9E6A787-5A8A-8843-A3CA-E3039F577C9F}" dt="2022-11-04T02:06:22.748" v="1" actId="27636"/>
        <pc:sldMkLst>
          <pc:docMk/>
          <pc:sldMk cId="645597206" sldId="290"/>
        </pc:sldMkLst>
        <pc:spChg chg="mod">
          <ac:chgData name="이효민[ 학부재학 / 사이버국방학과 ]" userId="3929b77a-7aa2-4a96-a97d-3b5ce13f9d26" providerId="ADAL" clId="{A9E6A787-5A8A-8843-A3CA-E3039F577C9F}" dt="2022-11-04T02:06:22.748" v="1" actId="27636"/>
          <ac:spMkLst>
            <pc:docMk/>
            <pc:sldMk cId="645597206" sldId="290"/>
            <ac:spMk id="3" creationId="{3F4DC6C4-90E9-4C70-B063-04F480572E3C}"/>
          </ac:spMkLst>
        </pc:spChg>
      </pc:sldChg>
      <pc:sldMasterChg chg="delSp modSldLayout">
        <pc:chgData name="이효민[ 학부재학 / 사이버국방학과 ]" userId="3929b77a-7aa2-4a96-a97d-3b5ce13f9d26" providerId="ADAL" clId="{A9E6A787-5A8A-8843-A3CA-E3039F577C9F}" dt="2022-11-04T02:06:41.967" v="7" actId="478"/>
        <pc:sldMasterMkLst>
          <pc:docMk/>
          <pc:sldMasterMk cId="3145777673" sldId="2147483672"/>
        </pc:sldMasterMkLst>
        <pc:picChg chg="del">
          <ac:chgData name="이효민[ 학부재학 / 사이버국방학과 ]" userId="3929b77a-7aa2-4a96-a97d-3b5ce13f9d26" providerId="ADAL" clId="{A9E6A787-5A8A-8843-A3CA-E3039F577C9F}" dt="2022-11-04T02:06:25.476" v="2" actId="478"/>
          <ac:picMkLst>
            <pc:docMk/>
            <pc:sldMasterMk cId="3145777673" sldId="2147483672"/>
            <ac:picMk id="1026" creationId="{1EF39420-1696-4E54-87DF-79AD7DE80951}"/>
          </ac:picMkLst>
        </pc:picChg>
        <pc:sldLayoutChg chg="delSp">
          <pc:chgData name="이효민[ 학부재학 / 사이버국방학과 ]" userId="3929b77a-7aa2-4a96-a97d-3b5ce13f9d26" providerId="ADAL" clId="{A9E6A787-5A8A-8843-A3CA-E3039F577C9F}" dt="2022-11-04T02:06:22.619" v="0" actId="478"/>
          <pc:sldLayoutMkLst>
            <pc:docMk/>
            <pc:sldMasterMk cId="3145777673" sldId="2147483672"/>
            <pc:sldLayoutMk cId="546768808" sldId="2147483673"/>
          </pc:sldLayoutMkLst>
          <pc:picChg chg="del">
            <ac:chgData name="이효민[ 학부재학 / 사이버국방학과 ]" userId="3929b77a-7aa2-4a96-a97d-3b5ce13f9d26" providerId="ADAL" clId="{A9E6A787-5A8A-8843-A3CA-E3039F577C9F}" dt="2022-11-04T02:06:22.619" v="0" actId="478"/>
            <ac:picMkLst>
              <pc:docMk/>
              <pc:sldMasterMk cId="3145777673" sldId="2147483672"/>
              <pc:sldLayoutMk cId="546768808" sldId="2147483673"/>
              <ac:picMk id="11" creationId="{DAA0D7A3-6928-4C01-A482-7794986FF1A5}"/>
            </ac:picMkLst>
          </pc:picChg>
        </pc:sldLayoutChg>
        <pc:sldLayoutChg chg="delSp">
          <pc:chgData name="이효민[ 학부재학 / 사이버국방학과 ]" userId="3929b77a-7aa2-4a96-a97d-3b5ce13f9d26" providerId="ADAL" clId="{A9E6A787-5A8A-8843-A3CA-E3039F577C9F}" dt="2022-11-04T02:06:28.161" v="3" actId="478"/>
          <pc:sldLayoutMkLst>
            <pc:docMk/>
            <pc:sldMasterMk cId="3145777673" sldId="2147483672"/>
            <pc:sldLayoutMk cId="67324703" sldId="2147483675"/>
          </pc:sldLayoutMkLst>
          <pc:picChg chg="del">
            <ac:chgData name="이효민[ 학부재학 / 사이버국방학과 ]" userId="3929b77a-7aa2-4a96-a97d-3b5ce13f9d26" providerId="ADAL" clId="{A9E6A787-5A8A-8843-A3CA-E3039F577C9F}" dt="2022-11-04T02:06:28.161" v="3" actId="478"/>
            <ac:picMkLst>
              <pc:docMk/>
              <pc:sldMasterMk cId="3145777673" sldId="2147483672"/>
              <pc:sldLayoutMk cId="67324703" sldId="2147483675"/>
              <ac:picMk id="14" creationId="{3B7FE58E-2497-4D0D-A840-8D897A307375}"/>
            </ac:picMkLst>
          </pc:picChg>
        </pc:sldLayoutChg>
        <pc:sldLayoutChg chg="delSp">
          <pc:chgData name="이효민[ 학부재학 / 사이버국방학과 ]" userId="3929b77a-7aa2-4a96-a97d-3b5ce13f9d26" providerId="ADAL" clId="{A9E6A787-5A8A-8843-A3CA-E3039F577C9F}" dt="2022-11-04T02:06:31.494" v="4" actId="478"/>
          <pc:sldLayoutMkLst>
            <pc:docMk/>
            <pc:sldMasterMk cId="3145777673" sldId="2147483672"/>
            <pc:sldLayoutMk cId="2157310852" sldId="2147483679"/>
          </pc:sldLayoutMkLst>
          <pc:picChg chg="del">
            <ac:chgData name="이효민[ 학부재학 / 사이버국방학과 ]" userId="3929b77a-7aa2-4a96-a97d-3b5ce13f9d26" providerId="ADAL" clId="{A9E6A787-5A8A-8843-A3CA-E3039F577C9F}" dt="2022-11-04T02:06:31.494" v="4" actId="478"/>
            <ac:picMkLst>
              <pc:docMk/>
              <pc:sldMasterMk cId="3145777673" sldId="2147483672"/>
              <pc:sldLayoutMk cId="2157310852" sldId="2147483679"/>
              <ac:picMk id="10" creationId="{98451C86-C339-4FF7-8A13-0B63E9B4F7AF}"/>
            </ac:picMkLst>
          </pc:picChg>
        </pc:sldLayoutChg>
        <pc:sldLayoutChg chg="delSp">
          <pc:chgData name="이효민[ 학부재학 / 사이버국방학과 ]" userId="3929b77a-7aa2-4a96-a97d-3b5ce13f9d26" providerId="ADAL" clId="{A9E6A787-5A8A-8843-A3CA-E3039F577C9F}" dt="2022-11-04T02:06:34.410" v="5" actId="478"/>
          <pc:sldLayoutMkLst>
            <pc:docMk/>
            <pc:sldMasterMk cId="3145777673" sldId="2147483672"/>
            <pc:sldLayoutMk cId="2831446787" sldId="2147483680"/>
          </pc:sldLayoutMkLst>
          <pc:picChg chg="del">
            <ac:chgData name="이효민[ 학부재학 / 사이버국방학과 ]" userId="3929b77a-7aa2-4a96-a97d-3b5ce13f9d26" providerId="ADAL" clId="{A9E6A787-5A8A-8843-A3CA-E3039F577C9F}" dt="2022-11-04T02:06:34.410" v="5" actId="478"/>
            <ac:picMkLst>
              <pc:docMk/>
              <pc:sldMasterMk cId="3145777673" sldId="2147483672"/>
              <pc:sldLayoutMk cId="2831446787" sldId="2147483680"/>
              <ac:picMk id="11" creationId="{1699C7EA-96C9-421E-9F3C-C664E83A957D}"/>
            </ac:picMkLst>
          </pc:picChg>
        </pc:sldLayoutChg>
        <pc:sldLayoutChg chg="delSp">
          <pc:chgData name="이효민[ 학부재학 / 사이버국방학과 ]" userId="3929b77a-7aa2-4a96-a97d-3b5ce13f9d26" providerId="ADAL" clId="{A9E6A787-5A8A-8843-A3CA-E3039F577C9F}" dt="2022-11-04T02:06:37.986" v="6" actId="478"/>
          <pc:sldLayoutMkLst>
            <pc:docMk/>
            <pc:sldMasterMk cId="3145777673" sldId="2147483672"/>
            <pc:sldLayoutMk cId="366081474" sldId="2147483681"/>
          </pc:sldLayoutMkLst>
          <pc:picChg chg="del">
            <ac:chgData name="이효민[ 학부재학 / 사이버국방학과 ]" userId="3929b77a-7aa2-4a96-a97d-3b5ce13f9d26" providerId="ADAL" clId="{A9E6A787-5A8A-8843-A3CA-E3039F577C9F}" dt="2022-11-04T02:06:37.986" v="6" actId="478"/>
            <ac:picMkLst>
              <pc:docMk/>
              <pc:sldMasterMk cId="3145777673" sldId="2147483672"/>
              <pc:sldLayoutMk cId="366081474" sldId="2147483681"/>
              <ac:picMk id="10" creationId="{1A4BE99F-4AE2-4BEA-8D48-B1BF3C8FDFFB}"/>
            </ac:picMkLst>
          </pc:picChg>
        </pc:sldLayoutChg>
        <pc:sldLayoutChg chg="delSp">
          <pc:chgData name="이효민[ 학부재학 / 사이버국방학과 ]" userId="3929b77a-7aa2-4a96-a97d-3b5ce13f9d26" providerId="ADAL" clId="{A9E6A787-5A8A-8843-A3CA-E3039F577C9F}" dt="2022-11-04T02:06:41.967" v="7" actId="478"/>
          <pc:sldLayoutMkLst>
            <pc:docMk/>
            <pc:sldMasterMk cId="3145777673" sldId="2147483672"/>
            <pc:sldLayoutMk cId="3947021700" sldId="2147483683"/>
          </pc:sldLayoutMkLst>
          <pc:picChg chg="del">
            <ac:chgData name="이효민[ 학부재학 / 사이버국방학과 ]" userId="3929b77a-7aa2-4a96-a97d-3b5ce13f9d26" providerId="ADAL" clId="{A9E6A787-5A8A-8843-A3CA-E3039F577C9F}" dt="2022-11-04T02:06:41.967" v="7" actId="478"/>
            <ac:picMkLst>
              <pc:docMk/>
              <pc:sldMasterMk cId="3145777673" sldId="2147483672"/>
              <pc:sldLayoutMk cId="3947021700" sldId="2147483683"/>
              <ac:picMk id="10" creationId="{717264EC-A67D-40EC-9C6B-5D0A30610B31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1CA8A9-F0F6-47A0-AE59-EE8BA1D350D0}" type="datetimeFigureOut">
              <a:rPr lang="ko-KR" altLang="en-US" smtClean="0"/>
              <a:t>2022-12-29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599-2837-4A6A-84AA-59C1DB2CD0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646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61804"/>
            <a:ext cx="10058400" cy="35661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958473"/>
            <a:ext cx="10058400" cy="410746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3B638-323D-49B2-BB1A-66B6C384CB8A}" type="datetime1">
              <a:rPr lang="ko-KR" altLang="en-US" smtClean="0"/>
              <a:t>2022-12-29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9405" y="5916485"/>
            <a:ext cx="1312025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고딕11" panose="02020600000000000000" pitchFamily="18" charset="-127"/>
                <a:ea typeface="a고딕11" panose="02020600000000000000" pitchFamily="18" charset="-127"/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46252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76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8290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07723"/>
            <a:ext cx="10058400" cy="402336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v"/>
              <a:defRPr b="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8CAE5-601C-4E85-AD8D-C7C12DB03930}" type="datetime1">
              <a:rPr lang="ko-KR" altLang="en-US" smtClean="0"/>
              <a:t>2022-12-29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D928E83-8EB3-4F03-A738-F765C3B80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405" y="5916485"/>
            <a:ext cx="1312025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9084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A3C6A-53FA-4313-AAF8-38289F9BDB37}" type="datetime1">
              <a:rPr lang="ko-KR" altLang="en-US" smtClean="0"/>
              <a:t>2022-12-29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6A2A5D-356D-40C2-894B-D0B47CDD04D5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5285024-8F71-45B0-B709-E4A899DBC3B4}"/>
              </a:ext>
            </a:extLst>
          </p:cNvPr>
          <p:cNvSpPr txBox="1">
            <a:spLocks/>
          </p:cNvSpPr>
          <p:nvPr userDrawn="1"/>
        </p:nvSpPr>
        <p:spPr>
          <a:xfrm>
            <a:off x="5641805" y="60688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324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A3117-E2A6-4AC4-8122-B1F047B6E776}" type="datetime1">
              <a:rPr lang="ko-KR" altLang="en-US" smtClean="0"/>
              <a:t>2022-12-29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C6E3C41-F5BF-4839-A28F-442362EBCB08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6788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98D8-68FB-4B04-88C3-8B03BABBF707}" type="datetime1">
              <a:rPr lang="ko-KR" altLang="en-US" smtClean="0"/>
              <a:t>2022-12-29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E869A7D-4466-4F38-AF3D-C8F6331593D2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8719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D8E8-BF08-4215-82FA-6C38FBEA1CDA}" type="datetime1">
              <a:rPr lang="ko-KR" altLang="en-US" smtClean="0"/>
              <a:t>2022-12-29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F019259-247C-403D-B974-F1F579D0B893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611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1143-153F-4F7F-99C3-6DE50F1B9E66}" type="datetime1">
              <a:rPr lang="ko-KR" altLang="en-US" smtClean="0"/>
              <a:t>2022-12-29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BEF6F52-6374-48E3-A0AA-8AA260415017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731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B991D8-E253-4E81-B2F0-83165905CE29}" type="datetime1">
              <a:rPr lang="ko-KR" altLang="en-US" smtClean="0"/>
              <a:t>2022-12-29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0981C88-C510-44CF-80A8-6D2DD4D12EA6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44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9E6337-4C87-4AAC-85FB-A1A543922A7C}" type="datetime1">
              <a:rPr lang="ko-KR" altLang="en-US" smtClean="0"/>
              <a:t>2022-12-29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8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2BE6-98E0-4461-8058-037AE57844FD}" type="datetime1">
              <a:rPr lang="ko-KR" altLang="en-US" smtClean="0"/>
              <a:t>2022-12-29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BDDB8FD-FCF8-44F9-933F-AA03AEC79344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422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FAB4B-15D1-4BA8-BE88-443A455D2818}" type="datetime1">
              <a:rPr lang="ko-KR" altLang="en-US" smtClean="0"/>
              <a:t>2022-12-29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AB7DEE-0E95-413B-B102-8E885B6407DA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02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86A888A-EFAA-479A-8905-167092D8D4D0}" type="datetime1">
              <a:rPr lang="ko-KR" altLang="en-US" smtClean="0"/>
              <a:t>2022-12-29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77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a고딕15" panose="02020600000000000000" pitchFamily="18" charset="-127"/>
          <a:ea typeface="a고딕15" panose="02020600000000000000" pitchFamily="18" charset="-127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6QV_JpabO7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swigger.net/web-security/clickjacking/lab-basic-csrf-protected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normal-website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*.robust-website.com/" TargetMode="External"/><Relationship Id="rId2" Type="http://schemas.openxmlformats.org/officeDocument/2006/relationships/hyperlink" Target="https://normal-website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swigger.net/burp/application-security-testing/oast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mailto:lhm1024@korea.ac.kr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ite.com/index.php?page=expect://ls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dreamhack.io/wargame/challenges/46/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CB0BF-81E0-42EC-91C8-E32C84440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205318"/>
            <a:ext cx="10058400" cy="16357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dirty="0">
                <a:latin typeface="a고딕14" panose="02020600000000000000" pitchFamily="18" charset="-127"/>
                <a:ea typeface="a고딕14" panose="02020600000000000000" pitchFamily="18" charset="-127"/>
              </a:rPr>
              <a:t>Web</a:t>
            </a:r>
            <a:r>
              <a:rPr lang="ko-KR" altLang="en-US" dirty="0">
                <a:latin typeface="a고딕14" panose="02020600000000000000" pitchFamily="18" charset="-127"/>
                <a:ea typeface="a고딕14" panose="02020600000000000000" pitchFamily="18" charset="-127"/>
              </a:rPr>
              <a:t> </a:t>
            </a:r>
            <a:r>
              <a:rPr lang="en-US" altLang="ko-KR" dirty="0">
                <a:latin typeface="a고딕14" panose="02020600000000000000" pitchFamily="18" charset="-127"/>
                <a:ea typeface="a고딕14" panose="02020600000000000000" pitchFamily="18" charset="-127"/>
              </a:rPr>
              <a:t>Security </a:t>
            </a:r>
            <a:r>
              <a:rPr lang="ko-KR" altLang="en-US" dirty="0">
                <a:latin typeface="a고딕14" panose="02020600000000000000" pitchFamily="18" charset="-127"/>
                <a:ea typeface="a고딕14" panose="02020600000000000000" pitchFamily="18" charset="-127"/>
              </a:rPr>
              <a:t>소수전공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379862-334E-462A-BC01-BB5250028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998261"/>
            <a:ext cx="10058400" cy="801266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a고딕13" panose="02020600000000000000" pitchFamily="18" charset="-127"/>
                <a:ea typeface="a고딕13" panose="02020600000000000000" pitchFamily="18" charset="-127"/>
              </a:rPr>
              <a:t>이효민</a:t>
            </a:r>
          </a:p>
        </p:txBody>
      </p:sp>
    </p:spTree>
    <p:extLst>
      <p:ext uri="{BB962C8B-B14F-4D97-AF65-F5344CB8AC3E}">
        <p14:creationId xmlns:p14="http://schemas.microsoft.com/office/powerpoint/2010/main" val="4271878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497E7-CDC4-491E-B123-9B51288F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76ED39-4317-4F55-8003-2D3059F91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Client-side attack </a:t>
            </a:r>
            <a:r>
              <a:rPr lang="ko-KR" altLang="en-US" dirty="0"/>
              <a:t>마무리</a:t>
            </a:r>
            <a:endParaRPr lang="en-US" altLang="ko-KR" dirty="0"/>
          </a:p>
          <a:p>
            <a:pPr lvl="1"/>
            <a:r>
              <a:rPr lang="en-US" altLang="ko-KR" dirty="0"/>
              <a:t>Same Origin Policy (SOP)</a:t>
            </a:r>
          </a:p>
          <a:p>
            <a:pPr lvl="1"/>
            <a:r>
              <a:rPr lang="en-US" altLang="ko-KR" dirty="0"/>
              <a:t>Clickjacking</a:t>
            </a:r>
          </a:p>
          <a:p>
            <a:r>
              <a:rPr lang="en-US" altLang="ko-KR" dirty="0"/>
              <a:t>Server-side attack</a:t>
            </a:r>
          </a:p>
          <a:p>
            <a:pPr lvl="1"/>
            <a:r>
              <a:rPr lang="en-US" altLang="ko-KR" dirty="0"/>
              <a:t>Directory traversal</a:t>
            </a:r>
          </a:p>
          <a:p>
            <a:pPr lvl="1"/>
            <a:r>
              <a:rPr lang="en-US" altLang="ko-KR" dirty="0"/>
              <a:t>Command Injection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3A9907-FD90-4D06-AEC5-16C6A702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844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2ABCB-0D63-4659-8323-C619E686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is SOP?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51F59-6014-4D14-8581-B88847A3A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Same-origin policy</a:t>
            </a:r>
          </a:p>
          <a:p>
            <a:endParaRPr lang="en-US" altLang="ko-KR" dirty="0"/>
          </a:p>
          <a:p>
            <a:r>
              <a:rPr lang="ko-KR" altLang="en-US" dirty="0"/>
              <a:t>웹 사이트 간 서로 공격하지 못하도록 하는 보안 메커니즘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원본의 스크립트가 다른 출처의 데이터에 액세스하는 것을 제한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F69DFD-01B3-4D81-A9C4-77A1C0045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027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2ABCB-0D63-4659-8323-C619E686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is SOP?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51F59-6014-4D14-8581-B88847A3A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URL scheme, domain, port</a:t>
            </a:r>
            <a:r>
              <a:rPr lang="ko-KR" altLang="en-US" dirty="0"/>
              <a:t>로 이를 식별</a:t>
            </a:r>
            <a:endParaRPr lang="en-US" altLang="ko-KR" dirty="0"/>
          </a:p>
          <a:p>
            <a:pPr lvl="1"/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http://normal-website.com/example/example.html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F69DFD-01B3-4D81-A9C4-77A1C0045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BBC81A7F-CF8C-47A5-B044-20C327A08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131" y="2613973"/>
            <a:ext cx="9478698" cy="36676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8966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D6C14-FD0C-432D-8BE0-5C3D5B5F7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is the same-origin policy necessary?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335524-996A-4943-AA11-CF56093A8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SOP</a:t>
            </a:r>
            <a:r>
              <a:rPr lang="ko-KR" altLang="en-US" dirty="0"/>
              <a:t>가 없다면</a:t>
            </a:r>
            <a:r>
              <a:rPr lang="en-US" altLang="ko-KR" dirty="0"/>
              <a:t> </a:t>
            </a:r>
            <a:r>
              <a:rPr lang="ko-KR" altLang="en-US" dirty="0"/>
              <a:t>브라우저가 한 </a:t>
            </a:r>
            <a:r>
              <a:rPr lang="en-US" altLang="ko-KR" dirty="0"/>
              <a:t>origin</a:t>
            </a:r>
            <a:r>
              <a:rPr lang="ko-KR" altLang="en-US" dirty="0"/>
              <a:t>에서 다른 곳으로 </a:t>
            </a:r>
            <a:r>
              <a:rPr lang="en-US" altLang="ko-KR" dirty="0"/>
              <a:t>HTTP </a:t>
            </a:r>
            <a:r>
              <a:rPr lang="ko-KR" altLang="en-US" dirty="0"/>
              <a:t>요청을 보낼 때</a:t>
            </a:r>
            <a:r>
              <a:rPr lang="en-US" altLang="ko-KR" dirty="0"/>
              <a:t>, </a:t>
            </a:r>
            <a:r>
              <a:rPr lang="ko-KR" altLang="en-US" dirty="0"/>
              <a:t>인증 세션 쿠키도 보내게 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악의적인 웹사이트에 방문할 때</a:t>
            </a:r>
            <a:r>
              <a:rPr lang="en-US" altLang="ko-KR" dirty="0"/>
              <a:t>, Google, Facebook </a:t>
            </a:r>
            <a:r>
              <a:rPr lang="ko-KR" altLang="en-US" dirty="0"/>
              <a:t>등 쿠키가 넘어갈 수 있게 되겠죠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B40425-21E5-4DB3-962B-DB19EC67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4780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173B0B-4079-48BC-AAE1-5D97137FF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is the same-origin policy implemented?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01A1C2-E591-4969-BE15-EA8B09397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SOP</a:t>
            </a:r>
            <a:r>
              <a:rPr lang="ko-KR" altLang="en-US" dirty="0"/>
              <a:t>는 일반적으로 </a:t>
            </a:r>
            <a:r>
              <a:rPr lang="en-US" altLang="ko-KR" dirty="0"/>
              <a:t>cross-domain </a:t>
            </a:r>
            <a:r>
              <a:rPr lang="ko-KR" altLang="en-US" dirty="0"/>
              <a:t>간 로드 된 컨텐츠에 대한 </a:t>
            </a:r>
            <a:r>
              <a:rPr lang="en-US" altLang="ko-KR" b="1" dirty="0" err="1"/>
              <a:t>Javascript</a:t>
            </a:r>
            <a:r>
              <a:rPr lang="ko-KR" altLang="en-US" dirty="0"/>
              <a:t>의</a:t>
            </a:r>
            <a:r>
              <a:rPr lang="en-US" altLang="ko-KR" b="1" dirty="0"/>
              <a:t> </a:t>
            </a:r>
            <a:r>
              <a:rPr lang="ko-KR" altLang="en-US" dirty="0"/>
              <a:t>접근을 제어함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일반적으로</a:t>
            </a:r>
            <a:r>
              <a:rPr lang="en-US" altLang="ko-KR" dirty="0"/>
              <a:t>, page resource</a:t>
            </a:r>
            <a:r>
              <a:rPr lang="ko-KR" altLang="en-US" dirty="0"/>
              <a:t>를 </a:t>
            </a:r>
            <a:r>
              <a:rPr lang="en-US" altLang="ko-KR" dirty="0"/>
              <a:t>loading </a:t>
            </a:r>
            <a:r>
              <a:rPr lang="ko-KR" altLang="en-US" dirty="0"/>
              <a:t>하는 것은 허용됨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예를 들어</a:t>
            </a:r>
            <a:r>
              <a:rPr lang="en-US" altLang="ko-KR" dirty="0"/>
              <a:t>, SOP</a:t>
            </a:r>
            <a:r>
              <a:rPr lang="ko-KR" altLang="en-US" dirty="0"/>
              <a:t>는 </a:t>
            </a:r>
            <a:r>
              <a:rPr lang="en-US" altLang="ko-KR" dirty="0"/>
              <a:t>&lt;</a:t>
            </a:r>
            <a:r>
              <a:rPr lang="en-US" altLang="ko-KR" dirty="0" err="1"/>
              <a:t>img</a:t>
            </a:r>
            <a:r>
              <a:rPr lang="en-US" altLang="ko-KR" dirty="0"/>
              <a:t>&gt; </a:t>
            </a:r>
            <a:r>
              <a:rPr lang="ko-KR" altLang="en-US" dirty="0"/>
              <a:t>태그나 </a:t>
            </a:r>
            <a:r>
              <a:rPr lang="en-US" altLang="ko-KR" dirty="0"/>
              <a:t>&lt;script&gt; </a:t>
            </a:r>
            <a:r>
              <a:rPr lang="ko-KR" altLang="en-US" dirty="0"/>
              <a:t>를 통해 외부 리소스를 읽어 들이는 것은 가능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페이지에 로드 된 외부 </a:t>
            </a:r>
            <a:r>
              <a:rPr lang="en-US" altLang="ko-KR" dirty="0"/>
              <a:t>JavaScript</a:t>
            </a:r>
            <a:r>
              <a:rPr lang="ko-KR" altLang="en-US" dirty="0"/>
              <a:t>는 원본 </a:t>
            </a:r>
            <a:r>
              <a:rPr lang="en-US" altLang="ko-KR" dirty="0"/>
              <a:t>page</a:t>
            </a:r>
            <a:r>
              <a:rPr lang="ko-KR" altLang="en-US" dirty="0"/>
              <a:t>의 내용을 읽을 수 없음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4D492D-888C-431A-BFAA-9C06D56F8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8035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3D3F44-3CE1-43A1-8297-52F7DCC0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is the same-origin policy implemented?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34551B-8820-4C34-B4A2-38B4052D4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SOP</a:t>
            </a:r>
            <a:r>
              <a:rPr lang="ko-KR" altLang="en-US" dirty="0"/>
              <a:t>에 대한 몇 가지 예외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Cross-domain </a:t>
            </a:r>
            <a:r>
              <a:rPr lang="ko-KR" altLang="en-US" dirty="0"/>
              <a:t>간 </a:t>
            </a:r>
            <a:r>
              <a:rPr lang="en-US" altLang="ko-KR" dirty="0"/>
              <a:t>writeable </a:t>
            </a:r>
            <a:r>
              <a:rPr lang="ko-KR" altLang="en-US" dirty="0"/>
              <a:t>하지만 </a:t>
            </a:r>
            <a:r>
              <a:rPr lang="en-US" altLang="ko-KR" dirty="0"/>
              <a:t>readable </a:t>
            </a:r>
            <a:r>
              <a:rPr lang="ko-KR" altLang="en-US" dirty="0"/>
              <a:t>하지 않음</a:t>
            </a:r>
            <a:r>
              <a:rPr lang="en-US" altLang="ko-KR" dirty="0"/>
              <a:t>.	 </a:t>
            </a:r>
          </a:p>
          <a:p>
            <a:pPr lvl="1"/>
            <a:r>
              <a:rPr lang="en-US" altLang="ko-KR" dirty="0"/>
              <a:t>(iframe</a:t>
            </a:r>
            <a:r>
              <a:rPr lang="ko-KR" altLang="en-US" dirty="0"/>
              <a:t>이나 새로운 창에서 </a:t>
            </a:r>
            <a:r>
              <a:rPr lang="en-US" altLang="ko-KR" dirty="0" err="1"/>
              <a:t>location.href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Cross-domain </a:t>
            </a:r>
            <a:r>
              <a:rPr lang="ko-KR" altLang="en-US" dirty="0"/>
              <a:t>간 </a:t>
            </a:r>
            <a:r>
              <a:rPr lang="en-US" altLang="ko-KR" dirty="0"/>
              <a:t>readable </a:t>
            </a:r>
            <a:r>
              <a:rPr lang="ko-KR" altLang="en-US" dirty="0"/>
              <a:t>하지만 </a:t>
            </a:r>
            <a:r>
              <a:rPr lang="en-US" altLang="ko-KR" dirty="0"/>
              <a:t>writeable </a:t>
            </a:r>
            <a:r>
              <a:rPr lang="ko-KR" altLang="en-US" dirty="0"/>
              <a:t>하지 않음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(window </a:t>
            </a:r>
            <a:r>
              <a:rPr lang="ko-KR" altLang="en-US" dirty="0"/>
              <a:t>객체의 </a:t>
            </a:r>
            <a:r>
              <a:rPr lang="en-US" altLang="ko-KR" dirty="0"/>
              <a:t>length </a:t>
            </a:r>
            <a:r>
              <a:rPr lang="ko-KR" altLang="en-US" dirty="0"/>
              <a:t>같은 경우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C9BA14-4141-4398-80A4-C12AF6F4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769689-C171-470C-8A90-865993CDA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098" y="3424516"/>
            <a:ext cx="6420746" cy="7335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AAC84340-735A-4B91-BCFC-A8D3D3D4A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098" y="4802221"/>
            <a:ext cx="6287377" cy="8573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2237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B2FFB-E47A-4489-9A75-0D018F33B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772778-2D67-4630-B65F-DB4A774A1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https://www.youtube.com/watch?v=6QV_JpabO7g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BDA306-5CF1-41B5-8E04-32A89D8B1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5025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A5D178-6938-4789-B167-E1FCE492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Clickjacking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CD5CE3-57B6-48FE-9E50-A23AA4DC3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333333"/>
                </a:solidFill>
                <a:effectLst/>
                <a:latin typeface="Apple SD Gothic Neo"/>
              </a:rPr>
              <a:t>iframe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 SD Gothic Neo"/>
              </a:rPr>
              <a:t>요소와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 SD Gothic Neo"/>
              </a:rPr>
              <a:t>CSS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 SD Gothic Neo"/>
              </a:rPr>
              <a:t>를 교묘하게 이용해 투명하게 만든 공격 대상 사이트를 함정 사이트와 서로 겹쳐서 사용자가 모르는 사이에 공격 대상 사이트의 기능을 클릭하도록 유도하는 공격 방법</a:t>
            </a:r>
            <a:endParaRPr lang="en-US" altLang="ko-KR" b="0" i="0" dirty="0">
              <a:solidFill>
                <a:srgbClr val="333333"/>
              </a:solidFill>
              <a:effectLst/>
              <a:latin typeface="Apple SD Gothic Neo"/>
            </a:endParaRPr>
          </a:p>
          <a:p>
            <a:endParaRPr lang="en-US" altLang="ko-KR" dirty="0">
              <a:solidFill>
                <a:srgbClr val="333333"/>
              </a:solidFill>
              <a:latin typeface="Apple SD Gothic Neo"/>
            </a:endParaRPr>
          </a:p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Apple SD Gothic Neo"/>
              </a:rPr>
              <a:t>감춰진 링크를 사용자가 클릭함으로써 의도되지 않는 행동을 수행하게 속</a:t>
            </a:r>
            <a:r>
              <a:rPr lang="ko-KR" altLang="en-US" dirty="0">
                <a:solidFill>
                  <a:srgbClr val="333333"/>
                </a:solidFill>
                <a:latin typeface="Apple SD Gothic Neo"/>
              </a:rPr>
              <a:t>임</a:t>
            </a:r>
            <a:endParaRPr lang="en-US" altLang="ko-KR" dirty="0">
              <a:solidFill>
                <a:srgbClr val="333333"/>
              </a:solidFill>
              <a:latin typeface="Apple SD Gothic Neo"/>
            </a:endParaRPr>
          </a:p>
          <a:p>
            <a:endParaRPr lang="en-US" altLang="ko-KR" dirty="0">
              <a:solidFill>
                <a:srgbClr val="333333"/>
              </a:solidFill>
              <a:latin typeface="Apple SD Gothic Neo"/>
            </a:endParaRPr>
          </a:p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Apple SD Gothic Neo"/>
              </a:rPr>
              <a:t>사용자는 실제로는 감춰진 페이지에서 행동을 수행하지만 자신은 보이는 버튼을 클릭했다고 생각</a:t>
            </a:r>
            <a:endParaRPr lang="en-US" altLang="ko-KR" b="0" i="0" dirty="0">
              <a:solidFill>
                <a:srgbClr val="333333"/>
              </a:solidFill>
              <a:effectLst/>
              <a:latin typeface="Apple SD Gothic Neo"/>
            </a:endParaRPr>
          </a:p>
          <a:p>
            <a:endParaRPr lang="en-US" altLang="ko-KR" dirty="0">
              <a:solidFill>
                <a:srgbClr val="333333"/>
              </a:solidFill>
              <a:latin typeface="Apple SD Gothic Neo"/>
            </a:endParaRPr>
          </a:p>
          <a:p>
            <a:r>
              <a:rPr lang="ko-KR" altLang="en-US" b="0" i="0" dirty="0" err="1">
                <a:solidFill>
                  <a:srgbClr val="333333"/>
                </a:solidFill>
                <a:effectLst/>
                <a:latin typeface="Apple SD Gothic Neo"/>
              </a:rPr>
              <a:t>클릭재킹은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 SD Gothic Neo"/>
              </a:rPr>
              <a:t> 응용 프로그램의 버그가 아닌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 SD Gothic Neo"/>
              </a:rPr>
              <a:t>HTML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 SD Gothic Neo"/>
              </a:rPr>
              <a:t>사양을 교묘하게 악용한 공격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0FB075-81B9-4BD6-9E54-C074EB176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1065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F96BD4-5088-4373-8F1A-2EFF25FB7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Clickjacking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4FC0359-070B-4A3B-8643-C9E17F298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2721" y="1815560"/>
            <a:ext cx="7407517" cy="402272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819A36-BDF8-4654-8ECD-DA91B90A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1539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F96BD4-5088-4373-8F1A-2EFF25FB7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Clickjacking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819A36-BDF8-4654-8ECD-DA91B90A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8" name="내용 개체 틀 7" descr="텍스트이(가) 표시된 사진&#10;&#10;자동 생성된 설명">
            <a:extLst>
              <a:ext uri="{FF2B5EF4-FFF2-40B4-BE49-F238E27FC236}">
                <a16:creationId xmlns:a16="http://schemas.microsoft.com/office/drawing/2014/main" id="{557031C7-9D57-434B-B103-6E05414F0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2697" y="-113040"/>
            <a:ext cx="7284220" cy="6784523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2541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41057D-55F1-4A91-A5D0-59980CB48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Clickjacking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F7830-7652-4327-8362-EA0E72267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hlinkClick r:id="rId2"/>
              </a:rPr>
              <a:t>https://portswigger.net/web-security/clickjacking/lab-basic-csrf-protected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클릭재킹을</a:t>
            </a:r>
            <a:r>
              <a:rPr lang="ko-KR" altLang="en-US" dirty="0"/>
              <a:t> 해봅시다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91E11A-4E0F-48E7-95E9-510C56BF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7099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1F8D57-2E87-44A9-92ED-0F68DACB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Clickjacking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51AC38-85D5-49DD-9D90-AB7C5D5F0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https://pastebin.com/Y367b6AY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59F7ED-C361-4873-9E29-FBA97271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8311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1AA92F-098C-4609-A43D-BAC7EF2AD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Clickjacking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07FFE0-7D33-4E77-A88B-5E174B692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https://portswigger.net/web-security/clickjacking/lab-prefilled-form-input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CC2C47-77B1-4E85-B36A-43C39708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9031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939FA0-7AFA-4B7D-96D6-9C54272A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clickjacking attacks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8B07C7-67EA-4758-8852-9545DE5CF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두 가지 메커니즘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X-Frame </a:t>
            </a:r>
            <a:r>
              <a:rPr lang="ko-KR" altLang="en-US" dirty="0"/>
              <a:t>옵션 및 </a:t>
            </a:r>
            <a:r>
              <a:rPr lang="en-US" altLang="ko-KR" dirty="0"/>
              <a:t>CSP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98DE89-428B-4042-BDF6-5DF90CD5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3091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4DC5A-8DBB-4896-8BE7-5DD8E3EA6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X-Frame-Options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0B28EE-F3D0-4816-9476-D7ACFA64B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X-Frame-Options: deny</a:t>
            </a:r>
          </a:p>
          <a:p>
            <a:pPr lvl="1"/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F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rame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에 웹 페이지를 포함시키는 것을 거부</a:t>
            </a:r>
            <a:endParaRPr lang="en-US" altLang="ko-KR" b="0" i="0" dirty="0">
              <a:solidFill>
                <a:srgbClr val="333332"/>
              </a:solidFill>
              <a:effectLst/>
              <a:latin typeface="Courier"/>
            </a:endParaRPr>
          </a:p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X-Frame-Options: </a:t>
            </a:r>
            <a:r>
              <a:rPr lang="en-US" altLang="ko-KR" b="0" i="0" dirty="0" err="1">
                <a:solidFill>
                  <a:srgbClr val="333332"/>
                </a:solidFill>
                <a:effectLst/>
                <a:latin typeface="Courier"/>
              </a:rPr>
              <a:t>sameorigin</a:t>
            </a:r>
            <a:endParaRPr lang="en-US" altLang="ko-KR" b="0" i="0" dirty="0">
              <a:solidFill>
                <a:srgbClr val="333332"/>
              </a:solidFill>
              <a:effectLst/>
              <a:latin typeface="Courier"/>
            </a:endParaRPr>
          </a:p>
          <a:p>
            <a:pPr lvl="1"/>
            <a:r>
              <a:rPr lang="en-US" altLang="ko-KR" dirty="0">
                <a:solidFill>
                  <a:srgbClr val="333332"/>
                </a:solidFill>
                <a:latin typeface="Courier"/>
              </a:rPr>
              <a:t>Same-origin 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지침을 사용하여 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frame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을 제한</a:t>
            </a:r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X-Frame-Options: allow-from 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  <a:hlinkClick r:id="rId2"/>
              </a:rPr>
              <a:t>https://normal-website.com</a:t>
            </a:r>
            <a:endParaRPr lang="en-US" altLang="ko-KR" b="0" i="0" dirty="0">
              <a:solidFill>
                <a:srgbClr val="333332"/>
              </a:solidFill>
              <a:effectLst/>
              <a:latin typeface="Courier"/>
            </a:endParaRPr>
          </a:p>
          <a:p>
            <a:pPr lvl="1"/>
            <a:r>
              <a:rPr lang="ko-KR" altLang="en-US" dirty="0">
                <a:solidFill>
                  <a:srgbClr val="333332"/>
                </a:solidFill>
                <a:latin typeface="Courier"/>
              </a:rPr>
              <a:t>웹 사이트를 지정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8265D9-951E-47F1-A648-F59EB991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7525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94C51-93A9-4CA8-9D7A-4B00E36FF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r>
              <a:rPr lang="ko-KR" altLang="en-US" dirty="0"/>
              <a:t> </a:t>
            </a:r>
            <a:r>
              <a:rPr lang="en-US" altLang="ko-KR" dirty="0"/>
              <a:t>Security</a:t>
            </a:r>
            <a:r>
              <a:rPr lang="ko-KR" altLang="en-US" dirty="0"/>
              <a:t> </a:t>
            </a:r>
            <a:r>
              <a:rPr lang="en-US" altLang="ko-KR" dirty="0"/>
              <a:t>Policy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E5E824-4CA8-4005-8F81-C29A6BAEB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Content-Security-Policy: policy</a:t>
            </a:r>
          </a:p>
          <a:p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frame-ancestors 'self’</a:t>
            </a:r>
          </a:p>
          <a:p>
            <a:pPr lvl="1"/>
            <a:r>
              <a:rPr lang="en-US" altLang="ko-KR" dirty="0">
                <a:solidFill>
                  <a:srgbClr val="333332"/>
                </a:solidFill>
                <a:latin typeface="Courier"/>
              </a:rPr>
              <a:t>Same-origin 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의 다른 페이지에서만 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frame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을 만들 수 있음</a:t>
            </a:r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frame-ancestors ‘none’</a:t>
            </a:r>
          </a:p>
          <a:p>
            <a:pPr lvl="1"/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Frame </a:t>
            </a:r>
            <a:r>
              <a:rPr lang="ko-KR" altLang="en-US" b="0" i="0" dirty="0">
                <a:solidFill>
                  <a:srgbClr val="333332"/>
                </a:solidFill>
                <a:effectLst/>
                <a:latin typeface="Courier"/>
              </a:rPr>
              <a:t>구성을 완전히 방지</a:t>
            </a:r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frame-ancestors ‘self’ 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  <a:hlinkClick r:id="rId2"/>
              </a:rPr>
              <a:t>https://normal-website.com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 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  <a:hlinkClick r:id="rId3"/>
              </a:rPr>
              <a:t>https://*.robust-website.com</a:t>
            </a:r>
            <a:endParaRPr lang="en-US" altLang="ko-KR" b="0" i="0" dirty="0">
              <a:solidFill>
                <a:srgbClr val="333332"/>
              </a:solidFill>
              <a:effectLst/>
              <a:latin typeface="Courier"/>
            </a:endParaRPr>
          </a:p>
          <a:p>
            <a:pPr lvl="1"/>
            <a:r>
              <a:rPr lang="ko-KR" altLang="en-US" dirty="0"/>
              <a:t>여러 도메인을 지정하고 와일드카드를 사용</a:t>
            </a:r>
            <a:endParaRPr lang="en-US" altLang="ko-KR" dirty="0"/>
          </a:p>
          <a:p>
            <a:pPr lvl="1"/>
            <a:r>
              <a:rPr lang="en-US" altLang="ko-KR" dirty="0"/>
              <a:t>X-Frame-Options </a:t>
            </a:r>
            <a:r>
              <a:rPr lang="ko-KR" altLang="en-US" dirty="0"/>
              <a:t>헤더를 사용하는 것보다 더 유연함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DF09DC-8C5C-4018-9A1E-76EA8932E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4821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7E39C-ADB3-4F42-895B-18DBF018B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Server-side</a:t>
            </a:r>
            <a:br>
              <a:rPr lang="en-US" altLang="ko-KR" dirty="0"/>
            </a:br>
            <a:r>
              <a:rPr lang="en-US" altLang="ko-KR" dirty="0"/>
              <a:t>attack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663F86-2D6A-4301-A6A1-58DCBF78C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CAF66B-5EF3-4A08-B628-574C34665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621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4DAB23-BF72-4EEA-BDE0-9F9752634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2E605A-E6C4-4907-BFE6-0F198551D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Directory traversal </a:t>
            </a:r>
            <a:r>
              <a:rPr lang="ko-KR" altLang="en-US" dirty="0"/>
              <a:t>취약점이 무엇일까요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공격  수행</a:t>
            </a:r>
            <a:r>
              <a:rPr lang="en-US" altLang="ko-KR" dirty="0"/>
              <a:t>, </a:t>
            </a:r>
            <a:r>
              <a:rPr lang="ko-KR" altLang="en-US" dirty="0"/>
              <a:t>장애물 우회</a:t>
            </a:r>
            <a:r>
              <a:rPr lang="en-US" altLang="ko-KR" dirty="0"/>
              <a:t>, </a:t>
            </a:r>
            <a:r>
              <a:rPr lang="ko-KR" altLang="en-US" dirty="0"/>
              <a:t>취약점 방지에 대해서 알아봅시다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1EA7A-6E45-4B31-895A-130760FE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0871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C494F-503A-425C-9006-0055635EC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FA18A9-4B0E-403C-8971-EC05217EE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D6CB9D-ED3F-4EB4-8986-16BA4285B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C740F5-C26C-43B4-98A8-B86847B91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359" y="1822762"/>
            <a:ext cx="7081281" cy="41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033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023E3-F9A0-48B1-ADDA-5086F641E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4A3B78-1DA8-4541-B523-1AE568A17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Also known as </a:t>
            </a:r>
            <a:r>
              <a:rPr lang="en-US" altLang="ko-KR" b="1" dirty="0"/>
              <a:t>file</a:t>
            </a:r>
            <a:r>
              <a:rPr lang="en-US" altLang="ko-KR" dirty="0"/>
              <a:t> </a:t>
            </a:r>
            <a:r>
              <a:rPr lang="en-US" altLang="ko-KR" b="1" dirty="0"/>
              <a:t>path traversal</a:t>
            </a:r>
          </a:p>
          <a:p>
            <a:endParaRPr lang="en-US" altLang="ko-KR" b="1" dirty="0"/>
          </a:p>
          <a:p>
            <a:r>
              <a:rPr lang="ko-KR" altLang="en-US" dirty="0"/>
              <a:t>공격자가 </a:t>
            </a:r>
            <a:r>
              <a:rPr lang="en-US" altLang="ko-KR" dirty="0"/>
              <a:t>application</a:t>
            </a:r>
            <a:r>
              <a:rPr lang="ko-KR" altLang="en-US" dirty="0"/>
              <a:t>을 실행 중인 서버에서 </a:t>
            </a:r>
            <a:r>
              <a:rPr lang="en-US" altLang="ko-KR" dirty="0"/>
              <a:t>Arbitrary(</a:t>
            </a:r>
            <a:r>
              <a:rPr lang="ko-KR" altLang="en-US" dirty="0"/>
              <a:t>임의</a:t>
            </a:r>
            <a:r>
              <a:rPr lang="en-US" altLang="ko-KR" dirty="0"/>
              <a:t>) file</a:t>
            </a:r>
            <a:r>
              <a:rPr lang="ko-KR" altLang="en-US" dirty="0"/>
              <a:t>을 읽을 수 있는 </a:t>
            </a:r>
            <a:r>
              <a:rPr lang="en-US" altLang="ko-KR" dirty="0"/>
              <a:t>Web </a:t>
            </a:r>
            <a:r>
              <a:rPr lang="ko-KR" altLang="en-US" dirty="0"/>
              <a:t>취약점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서버 코드 및 데이터</a:t>
            </a:r>
            <a:r>
              <a:rPr lang="en-US" altLang="ko-KR" dirty="0"/>
              <a:t>, </a:t>
            </a:r>
            <a:r>
              <a:rPr lang="ko-KR" altLang="en-US" dirty="0"/>
              <a:t>민감한 운영체제 파일</a:t>
            </a:r>
            <a:r>
              <a:rPr lang="en-US" altLang="ko-KR" dirty="0"/>
              <a:t>, credential</a:t>
            </a:r>
            <a:r>
              <a:rPr lang="ko-KR" altLang="en-US" dirty="0"/>
              <a:t> 등을 읽을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경우에 따라 공격자가 </a:t>
            </a:r>
            <a:r>
              <a:rPr lang="en-US" altLang="ko-KR" dirty="0"/>
              <a:t>Arbitrary file write </a:t>
            </a:r>
            <a:r>
              <a:rPr lang="ko-KR" altLang="en-US" dirty="0"/>
              <a:t>가 가능하면</a:t>
            </a:r>
            <a:r>
              <a:rPr lang="en-US" altLang="ko-KR" dirty="0"/>
              <a:t>, </a:t>
            </a:r>
            <a:r>
              <a:rPr lang="ko-KR" altLang="en-US" dirty="0"/>
              <a:t>서버 코드를 수정시켜 서버를 완전히 제어할 수도 있음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4ECC3A-B906-4DF8-A3B1-CC544091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5733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45CA0-6EC3-4B00-86CA-B4A385792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 </a:t>
            </a:r>
            <a:r>
              <a:rPr lang="ko-KR" altLang="en-US" dirty="0"/>
              <a:t>을 통한 </a:t>
            </a:r>
            <a:r>
              <a:rPr lang="en-US" altLang="ko-KR" dirty="0"/>
              <a:t>file read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1600EF-96A0-432C-8334-08F0E189E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판매할 품목의 이미지를 표시하는 쇼핑몰을 생각해보자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i="0" dirty="0">
                <a:solidFill>
                  <a:srgbClr val="333332"/>
                </a:solidFill>
                <a:effectLst/>
              </a:rPr>
              <a:t>&lt;</a:t>
            </a:r>
            <a:r>
              <a:rPr lang="en-US" altLang="ko-KR" b="1" i="0" dirty="0" err="1">
                <a:solidFill>
                  <a:srgbClr val="333332"/>
                </a:solidFill>
                <a:effectLst/>
              </a:rPr>
              <a:t>img</a:t>
            </a:r>
            <a:r>
              <a:rPr lang="en-US" altLang="ko-KR" b="1" i="0" dirty="0">
                <a:solidFill>
                  <a:srgbClr val="333332"/>
                </a:solidFill>
                <a:effectLst/>
              </a:rPr>
              <a:t> </a:t>
            </a:r>
            <a:r>
              <a:rPr lang="en-US" altLang="ko-KR" b="1" i="0" dirty="0" err="1">
                <a:solidFill>
                  <a:srgbClr val="333332"/>
                </a:solidFill>
                <a:effectLst/>
              </a:rPr>
              <a:t>src</a:t>
            </a:r>
            <a:r>
              <a:rPr lang="en-US" altLang="ko-KR" b="1" i="0" dirty="0">
                <a:solidFill>
                  <a:srgbClr val="333332"/>
                </a:solidFill>
                <a:effectLst/>
              </a:rPr>
              <a:t>="/</a:t>
            </a:r>
            <a:r>
              <a:rPr lang="en-US" altLang="ko-KR" b="1" i="0" dirty="0" err="1">
                <a:solidFill>
                  <a:srgbClr val="333332"/>
                </a:solidFill>
                <a:effectLst/>
              </a:rPr>
              <a:t>loadImage?filename</a:t>
            </a:r>
            <a:r>
              <a:rPr lang="en-US" altLang="ko-KR" b="1" i="0" dirty="0">
                <a:solidFill>
                  <a:srgbClr val="333332"/>
                </a:solidFill>
                <a:effectLst/>
              </a:rPr>
              <a:t>=218.png"&gt;</a:t>
            </a:r>
          </a:p>
          <a:p>
            <a:pPr lvl="1"/>
            <a:endParaRPr lang="en-US" altLang="ko-KR" b="1" i="0" dirty="0">
              <a:solidFill>
                <a:srgbClr val="333332"/>
              </a:solidFill>
              <a:effectLst/>
            </a:endParaRPr>
          </a:p>
          <a:p>
            <a:r>
              <a:rPr lang="en-US" altLang="ko-KR" dirty="0" err="1">
                <a:solidFill>
                  <a:srgbClr val="333332"/>
                </a:solidFill>
              </a:rPr>
              <a:t>loadImage</a:t>
            </a:r>
            <a:r>
              <a:rPr lang="en-US" altLang="ko-KR" dirty="0">
                <a:solidFill>
                  <a:srgbClr val="333332"/>
                </a:solidFill>
              </a:rPr>
              <a:t> URL</a:t>
            </a:r>
            <a:r>
              <a:rPr lang="ko-KR" altLang="en-US" dirty="0">
                <a:solidFill>
                  <a:srgbClr val="333332"/>
                </a:solidFill>
              </a:rPr>
              <a:t>은 </a:t>
            </a:r>
            <a:r>
              <a:rPr lang="en-US" altLang="ko-KR" dirty="0">
                <a:solidFill>
                  <a:srgbClr val="333332"/>
                </a:solidFill>
              </a:rPr>
              <a:t>filename </a:t>
            </a:r>
            <a:r>
              <a:rPr lang="ko-KR" altLang="en-US" dirty="0">
                <a:solidFill>
                  <a:srgbClr val="333332"/>
                </a:solidFill>
              </a:rPr>
              <a:t>매개 변수를 사용하고 지정된 파일 내용을 반환</a:t>
            </a:r>
            <a:endParaRPr lang="en-US" altLang="ko-KR" dirty="0">
              <a:solidFill>
                <a:srgbClr val="333332"/>
              </a:solidFill>
            </a:endParaRPr>
          </a:p>
          <a:p>
            <a:endParaRPr lang="en-US" altLang="ko-KR" dirty="0">
              <a:solidFill>
                <a:srgbClr val="333332"/>
              </a:solidFill>
            </a:endParaRPr>
          </a:p>
          <a:p>
            <a:r>
              <a:rPr lang="ko-KR" altLang="en-US" dirty="0">
                <a:solidFill>
                  <a:srgbClr val="333332"/>
                </a:solidFill>
              </a:rPr>
              <a:t>이미지 파일은 </a:t>
            </a:r>
            <a:r>
              <a:rPr lang="en-US" altLang="ko-KR" b="1" dirty="0">
                <a:solidFill>
                  <a:srgbClr val="333332"/>
                </a:solidFill>
              </a:rPr>
              <a:t>/var/www/images/</a:t>
            </a:r>
            <a:r>
              <a:rPr lang="en-US" altLang="ko-KR" dirty="0">
                <a:solidFill>
                  <a:srgbClr val="333332"/>
                </a:solidFill>
              </a:rPr>
              <a:t> </a:t>
            </a:r>
            <a:r>
              <a:rPr lang="ko-KR" altLang="en-US" dirty="0">
                <a:solidFill>
                  <a:srgbClr val="333332"/>
                </a:solidFill>
              </a:rPr>
              <a:t>위치에 저장되어 있다</a:t>
            </a:r>
            <a:r>
              <a:rPr lang="en-US" altLang="ko-KR" dirty="0">
                <a:solidFill>
                  <a:srgbClr val="333332"/>
                </a:solidFill>
              </a:rPr>
              <a:t>.</a:t>
            </a:r>
          </a:p>
          <a:p>
            <a:endParaRPr lang="en-US" altLang="ko-KR" dirty="0">
              <a:solidFill>
                <a:srgbClr val="333332"/>
              </a:solidFill>
            </a:endParaRPr>
          </a:p>
          <a:p>
            <a:r>
              <a:rPr lang="ko-KR" altLang="en-US" dirty="0">
                <a:solidFill>
                  <a:srgbClr val="333332"/>
                </a:solidFill>
              </a:rPr>
              <a:t>이미지를 반환하기 위해 요청 받은 </a:t>
            </a:r>
            <a:r>
              <a:rPr lang="en-US" altLang="ko-KR" dirty="0">
                <a:solidFill>
                  <a:srgbClr val="333332"/>
                </a:solidFill>
              </a:rPr>
              <a:t>filename</a:t>
            </a:r>
            <a:r>
              <a:rPr lang="ko-KR" altLang="en-US" dirty="0">
                <a:solidFill>
                  <a:srgbClr val="333332"/>
                </a:solidFill>
              </a:rPr>
              <a:t>을 이 기본 디렉토리 뒤에 추가하고 파일 내용을 읽는다</a:t>
            </a:r>
            <a:r>
              <a:rPr lang="en-US" altLang="ko-KR" dirty="0">
                <a:solidFill>
                  <a:srgbClr val="333332"/>
                </a:solidFill>
              </a:rPr>
              <a:t>.</a:t>
            </a:r>
          </a:p>
          <a:p>
            <a:pPr lvl="1"/>
            <a:r>
              <a:rPr lang="en-US" altLang="ko-KR" b="1" dirty="0">
                <a:solidFill>
                  <a:srgbClr val="333332"/>
                </a:solidFill>
              </a:rPr>
              <a:t>/var/www/images/218.png</a:t>
            </a:r>
          </a:p>
          <a:p>
            <a:pPr lvl="1"/>
            <a:endParaRPr lang="en-US" altLang="ko-KR" dirty="0">
              <a:solidFill>
                <a:srgbClr val="333332"/>
              </a:solidFill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1363B-D068-402B-90A9-90D265E3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1870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57136-D444-48C6-867D-9AEDC7556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 </a:t>
            </a:r>
            <a:r>
              <a:rPr lang="ko-KR" altLang="en-US" dirty="0"/>
              <a:t>을 통한 </a:t>
            </a:r>
            <a:r>
              <a:rPr lang="en-US" altLang="ko-KR" dirty="0"/>
              <a:t>file read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008594-34F8-40C7-8060-A36D87442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</a:t>
            </a:r>
            <a:r>
              <a:rPr lang="en-US" altLang="ko-KR" dirty="0"/>
              <a:t>application</a:t>
            </a:r>
            <a:r>
              <a:rPr lang="ko-KR" altLang="en-US" dirty="0"/>
              <a:t>은 방어 기능을 구현하지 않았으므로</a:t>
            </a:r>
            <a:r>
              <a:rPr lang="en-US" altLang="ko-KR" dirty="0"/>
              <a:t>, </a:t>
            </a:r>
            <a:r>
              <a:rPr lang="ko-KR" altLang="en-US" dirty="0"/>
              <a:t>다음과 같은 </a:t>
            </a:r>
            <a:r>
              <a:rPr lang="en-US" altLang="ko-KR" dirty="0"/>
              <a:t>URL</a:t>
            </a:r>
            <a:r>
              <a:rPr lang="ko-KR" altLang="en-US" dirty="0"/>
              <a:t>을 통해 </a:t>
            </a:r>
            <a:r>
              <a:rPr lang="en-US" altLang="ko-KR" dirty="0"/>
              <a:t>Arbitrary File Read</a:t>
            </a:r>
            <a:r>
              <a:rPr lang="ko-KR" altLang="en-US" dirty="0"/>
              <a:t>가 가능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https://insecure-website.com/</a:t>
            </a:r>
            <a:r>
              <a:rPr lang="en-US" altLang="ko-KR" b="1" dirty="0" err="1"/>
              <a:t>loadImage?filename</a:t>
            </a:r>
            <a:r>
              <a:rPr lang="en-US" altLang="ko-KR" b="1" dirty="0"/>
              <a:t>=</a:t>
            </a:r>
            <a:r>
              <a:rPr lang="en-US" altLang="ko-KR" b="1" dirty="0">
                <a:solidFill>
                  <a:srgbClr val="FF0000"/>
                </a:solidFill>
              </a:rPr>
              <a:t>../../../</a:t>
            </a:r>
            <a:r>
              <a:rPr lang="en-US" altLang="ko-KR" b="1" dirty="0" err="1">
                <a:solidFill>
                  <a:srgbClr val="FF0000"/>
                </a:solidFill>
              </a:rPr>
              <a:t>etc</a:t>
            </a:r>
            <a:r>
              <a:rPr lang="en-US" altLang="ko-KR" b="1" dirty="0">
                <a:solidFill>
                  <a:srgbClr val="FF0000"/>
                </a:solidFill>
              </a:rPr>
              <a:t>/passwd </a:t>
            </a:r>
          </a:p>
          <a:p>
            <a:pPr lvl="1"/>
            <a:endParaRPr lang="en-US" altLang="ko-KR" b="1" dirty="0">
              <a:solidFill>
                <a:srgbClr val="FF0000"/>
              </a:solidFill>
            </a:endParaRPr>
          </a:p>
          <a:p>
            <a:r>
              <a:rPr lang="ko-KR" altLang="en-US" dirty="0"/>
              <a:t>다음의 파일 경로에서 읽게 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/var/www/html/../../../</a:t>
            </a:r>
            <a:r>
              <a:rPr lang="en-US" altLang="ko-KR" b="1" dirty="0" err="1"/>
              <a:t>etc</a:t>
            </a:r>
            <a:r>
              <a:rPr lang="en-US" altLang="ko-KR" b="1" dirty="0"/>
              <a:t>/passwd</a:t>
            </a:r>
          </a:p>
          <a:p>
            <a:pPr lvl="1"/>
            <a:r>
              <a:rPr lang="en-US" altLang="ko-KR" b="1" dirty="0">
                <a:solidFill>
                  <a:srgbClr val="FF0000"/>
                </a:solidFill>
              </a:rPr>
              <a:t>../</a:t>
            </a:r>
            <a:r>
              <a:rPr lang="en-US" altLang="ko-KR" dirty="0"/>
              <a:t> </a:t>
            </a:r>
            <a:r>
              <a:rPr lang="ko-KR" altLang="en-US" dirty="0"/>
              <a:t>는 </a:t>
            </a:r>
            <a:r>
              <a:rPr lang="en-US" altLang="ko-KR" dirty="0"/>
              <a:t>file path</a:t>
            </a:r>
            <a:r>
              <a:rPr lang="ko-KR" altLang="en-US" dirty="0"/>
              <a:t>에서 상위 디렉토리로 이동한다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b="1" dirty="0"/>
              <a:t>/var/www/images/ </a:t>
            </a:r>
            <a:r>
              <a:rPr lang="ko-KR" altLang="en-US" dirty="0"/>
              <a:t>에서 세번 </a:t>
            </a:r>
            <a:r>
              <a:rPr lang="en-US" altLang="ko-KR" b="1" dirty="0"/>
              <a:t>../</a:t>
            </a:r>
            <a:r>
              <a:rPr lang="en-US" altLang="ko-KR" dirty="0"/>
              <a:t> </a:t>
            </a:r>
            <a:r>
              <a:rPr lang="ko-KR" altLang="en-US" dirty="0"/>
              <a:t>하고 난 뒤</a:t>
            </a:r>
            <a:r>
              <a:rPr lang="en-US" altLang="ko-KR" dirty="0"/>
              <a:t>, </a:t>
            </a:r>
            <a:r>
              <a:rPr lang="ko-KR" altLang="en-US" dirty="0"/>
              <a:t>최종적으로 읽히는 파일은</a:t>
            </a:r>
            <a:r>
              <a:rPr lang="en-US" altLang="ko-KR" dirty="0"/>
              <a:t> </a:t>
            </a:r>
            <a:r>
              <a:rPr lang="ko-KR" altLang="en-US" dirty="0"/>
              <a:t>다음과 같다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>
                <a:solidFill>
                  <a:srgbClr val="FF0000"/>
                </a:solidFill>
              </a:rPr>
              <a:t>/</a:t>
            </a:r>
            <a:r>
              <a:rPr lang="en-US" altLang="ko-KR" b="1" dirty="0" err="1">
                <a:solidFill>
                  <a:srgbClr val="FF0000"/>
                </a:solidFill>
              </a:rPr>
              <a:t>etc</a:t>
            </a:r>
            <a:r>
              <a:rPr lang="en-US" altLang="ko-KR" b="1" dirty="0">
                <a:solidFill>
                  <a:srgbClr val="FF0000"/>
                </a:solidFill>
              </a:rPr>
              <a:t>/passwd </a:t>
            </a:r>
            <a:r>
              <a:rPr lang="en-US" altLang="ko-KR" b="1" dirty="0">
                <a:solidFill>
                  <a:schemeClr val="tx1"/>
                </a:solidFill>
              </a:rPr>
              <a:t>(</a:t>
            </a:r>
            <a:r>
              <a:rPr lang="ko-KR" altLang="en-US" b="1" dirty="0">
                <a:solidFill>
                  <a:schemeClr val="tx1"/>
                </a:solidFill>
              </a:rPr>
              <a:t>유닉스 기반에서 </a:t>
            </a:r>
            <a:r>
              <a:rPr lang="en-US" altLang="ko-KR" b="1" dirty="0">
                <a:solidFill>
                  <a:schemeClr val="tx1"/>
                </a:solidFill>
              </a:rPr>
              <a:t>user</a:t>
            </a:r>
            <a:r>
              <a:rPr lang="ko-KR" altLang="en-US" b="1" dirty="0">
                <a:solidFill>
                  <a:schemeClr val="tx1"/>
                </a:solidFill>
              </a:rPr>
              <a:t>의 정보를 포함하는 파일</a:t>
            </a:r>
            <a:r>
              <a:rPr lang="en-US" altLang="ko-KR" b="1" dirty="0">
                <a:solidFill>
                  <a:schemeClr val="tx1"/>
                </a:solidFill>
              </a:rPr>
              <a:t>)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604B97-B0D0-47DC-9FD2-5A8C107C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6980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B67D7D-6C43-4471-B9F6-EE80A3AD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D1ED36-1D49-48B9-9E35-64E698827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윈도우에서는 </a:t>
            </a:r>
            <a:r>
              <a:rPr lang="en-US" altLang="ko-KR" b="1" dirty="0"/>
              <a:t>../</a:t>
            </a:r>
            <a:r>
              <a:rPr lang="en-US" altLang="ko-KR" dirty="0"/>
              <a:t> </a:t>
            </a:r>
            <a:r>
              <a:rPr lang="ko-KR" altLang="en-US" dirty="0"/>
              <a:t>과 </a:t>
            </a:r>
            <a:r>
              <a:rPr lang="en-US" altLang="ko-KR" b="1" dirty="0"/>
              <a:t>..\</a:t>
            </a:r>
            <a:r>
              <a:rPr lang="en-US" altLang="ko-KR" dirty="0"/>
              <a:t> </a:t>
            </a:r>
            <a:r>
              <a:rPr lang="ko-KR" altLang="en-US" dirty="0"/>
              <a:t>둘 다 유효한 표현임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https://insecure-website.com/</a:t>
            </a:r>
            <a:r>
              <a:rPr lang="en-US" altLang="ko-KR" b="1" dirty="0" err="1"/>
              <a:t>loadImage?filename</a:t>
            </a:r>
            <a:r>
              <a:rPr lang="en-US" altLang="ko-KR" b="1" dirty="0">
                <a:solidFill>
                  <a:srgbClr val="FF0000"/>
                </a:solidFill>
              </a:rPr>
              <a:t>=..\..\..\windows\win.ini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16164F-754B-4E72-B76F-73578757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5660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CB58FF-73EF-4067-8CFD-00E5B191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852A68-9B26-4719-8892-F54682AD9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(simple case)</a:t>
            </a:r>
          </a:p>
          <a:p>
            <a:r>
              <a:rPr lang="en-US" altLang="ko-KR" b="1" dirty="0"/>
              <a:t>https://portswigger.net/web-security/file-path-traversal/lab-simple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08B17A-8118-4617-BCB9-451E72E9A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0073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0EF1E-1B75-4570-850C-166C9E334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448662-D2CF-4D80-9DAF-519011929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291D50-51D4-42AF-B294-03DB4156A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B36881B-594C-47A3-A3EE-AE44BAC19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268" y="3077829"/>
            <a:ext cx="5955517" cy="26659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D500669-55A0-4E0F-ABEE-16098825C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8" y="2261259"/>
            <a:ext cx="6278012" cy="6556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92202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CEB93-C84E-4BCE-9999-5BC7544A0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 – </a:t>
            </a:r>
            <a:r>
              <a:rPr lang="ko-KR" altLang="en-US" dirty="0"/>
              <a:t>장애물 우회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2402B1-8192-43DE-B88D-AB1BF57C2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많은 애플리케이션은 </a:t>
            </a:r>
            <a:r>
              <a:rPr lang="en-US" altLang="ko-KR" dirty="0"/>
              <a:t>Directory traversal </a:t>
            </a:r>
            <a:r>
              <a:rPr lang="ko-KR" altLang="en-US" dirty="0"/>
              <a:t>에 대한 방어 수단이 존재함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../</a:t>
            </a:r>
            <a:r>
              <a:rPr lang="ko-KR" altLang="en-US" b="1" dirty="0"/>
              <a:t> </a:t>
            </a:r>
            <a:r>
              <a:rPr lang="en-US" altLang="ko-KR" dirty="0"/>
              <a:t>sequence</a:t>
            </a:r>
            <a:r>
              <a:rPr lang="ko-KR" altLang="en-US" dirty="0"/>
              <a:t>를 분리하거나 차단하는 경우 다양한 기술을 사용하여 우회할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절대 경로를 이용하여 직접 참조할 수</a:t>
            </a:r>
            <a:r>
              <a:rPr lang="en-US" altLang="ko-KR" dirty="0"/>
              <a:t> </a:t>
            </a:r>
            <a:r>
              <a:rPr lang="ko-KR" altLang="en-US" dirty="0"/>
              <a:t>있는 경우도 있음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filename=/</a:t>
            </a:r>
            <a:r>
              <a:rPr lang="en-US" altLang="ko-KR" dirty="0" err="1"/>
              <a:t>etc</a:t>
            </a:r>
            <a:r>
              <a:rPr lang="en-US" altLang="ko-KR" dirty="0"/>
              <a:t>/passwd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7D597-A905-4DB6-87A8-16D4E83E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2647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9528E4-44DB-4F61-80A3-721765D4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 – </a:t>
            </a:r>
            <a:r>
              <a:rPr lang="ko-KR" altLang="en-US" dirty="0"/>
              <a:t>장애물 우회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3A85D1-0206-4D30-8077-D6E74E34C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en-US" altLang="ko-KR" dirty="0"/>
              <a:t>(traversal sequences stripped non-recursively)</a:t>
            </a:r>
          </a:p>
          <a:p>
            <a:r>
              <a:rPr lang="en-US" altLang="ko-KR" dirty="0"/>
              <a:t>../ </a:t>
            </a:r>
            <a:r>
              <a:rPr lang="ko-KR" altLang="en-US" dirty="0"/>
              <a:t>를 없애 버린다</a:t>
            </a:r>
            <a:r>
              <a:rPr lang="en-US" altLang="ko-KR" dirty="0"/>
              <a:t>! (</a:t>
            </a:r>
            <a:r>
              <a:rPr lang="ko-KR" altLang="en-US" dirty="0"/>
              <a:t>재귀적으로 없애지 않고</a:t>
            </a:r>
            <a:r>
              <a:rPr lang="en-US" altLang="ko-KR" dirty="0"/>
              <a:t>, </a:t>
            </a:r>
            <a:r>
              <a:rPr lang="ko-KR" altLang="en-US" dirty="0"/>
              <a:t>최초 </a:t>
            </a:r>
            <a:r>
              <a:rPr lang="en-US" altLang="ko-KR" dirty="0"/>
              <a:t>1</a:t>
            </a:r>
            <a:r>
              <a:rPr lang="ko-KR" altLang="en-US" dirty="0"/>
              <a:t>회만 없앤다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r>
              <a:rPr lang="en-US" altLang="ko-KR" b="1" dirty="0"/>
              <a:t>https://portswigger.net/web-security/file-path-traversal/lab-sequences-stripped-non-recursively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50FC30-C305-4DCA-89F5-9396B62F5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7849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1F95B-85F7-4F73-BFF0-98CB1CD90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 – </a:t>
            </a:r>
            <a:r>
              <a:rPr lang="ko-KR" altLang="en-US" dirty="0"/>
              <a:t>장애물 우회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F73909-F019-42A3-8D2C-5C21F828E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259F3F1-DB0A-4E7B-A872-EFC528CB8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..</a:t>
            </a:r>
            <a:r>
              <a:rPr lang="en-US" altLang="ko-KR" dirty="0">
                <a:solidFill>
                  <a:srgbClr val="FF0000"/>
                </a:solidFill>
              </a:rPr>
              <a:t>../</a:t>
            </a:r>
            <a:r>
              <a:rPr lang="en-US" altLang="ko-KR" dirty="0"/>
              <a:t>/..</a:t>
            </a:r>
            <a:r>
              <a:rPr lang="en-US" altLang="ko-KR" dirty="0">
                <a:solidFill>
                  <a:srgbClr val="FF0000"/>
                </a:solidFill>
              </a:rPr>
              <a:t>../</a:t>
            </a:r>
            <a:r>
              <a:rPr lang="en-US" altLang="ko-KR" dirty="0"/>
              <a:t>/..</a:t>
            </a:r>
            <a:r>
              <a:rPr lang="en-US" altLang="ko-KR" dirty="0">
                <a:solidFill>
                  <a:srgbClr val="FF0000"/>
                </a:solidFill>
              </a:rPr>
              <a:t>../</a:t>
            </a:r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/passwd</a:t>
            </a:r>
          </a:p>
          <a:p>
            <a:pPr lvl="1"/>
            <a:r>
              <a:rPr lang="ko-KR" altLang="en-US" dirty="0"/>
              <a:t>빨간색 부분을 모두 없애면</a:t>
            </a:r>
            <a:r>
              <a:rPr lang="en-US" altLang="ko-KR" dirty="0"/>
              <a:t>, </a:t>
            </a:r>
            <a:r>
              <a:rPr lang="en-US" altLang="ko-KR" b="1" dirty="0"/>
              <a:t>../../../</a:t>
            </a:r>
            <a:r>
              <a:rPr lang="en-US" altLang="ko-KR" b="1" dirty="0" err="1"/>
              <a:t>etc</a:t>
            </a:r>
            <a:r>
              <a:rPr lang="en-US" altLang="ko-KR" b="1" dirty="0"/>
              <a:t>/passwd</a:t>
            </a:r>
            <a:r>
              <a:rPr lang="en-US" altLang="ko-KR" dirty="0"/>
              <a:t> </a:t>
            </a:r>
            <a:r>
              <a:rPr lang="ko-KR" altLang="en-US" dirty="0"/>
              <a:t>가 된다</a:t>
            </a:r>
            <a:r>
              <a:rPr lang="en-US" altLang="ko-KR" dirty="0"/>
              <a:t>! </a:t>
            </a:r>
          </a:p>
        </p:txBody>
      </p:sp>
      <p:pic>
        <p:nvPicPr>
          <p:cNvPr id="9" name="내용 개체 틀 5">
            <a:extLst>
              <a:ext uri="{FF2B5EF4-FFF2-40B4-BE49-F238E27FC236}">
                <a16:creationId xmlns:a16="http://schemas.microsoft.com/office/drawing/2014/main" id="{2898471A-8EDD-4896-B8E8-CB4175674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003" y="2624527"/>
            <a:ext cx="6992128" cy="3651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0BE7D48-357A-46E3-B793-9ED0F74D5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118" y="3172215"/>
            <a:ext cx="6461322" cy="27442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7837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34FA9-E178-452E-954D-2CAA2EBA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 – </a:t>
            </a:r>
            <a:r>
              <a:rPr lang="ko-KR" altLang="en-US" dirty="0"/>
              <a:t>장애물 우회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2FE7C3-3BA0-45D2-B632-8DE1FA3C5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3 (traversal sequences stripped with superfluous URL-decode)</a:t>
            </a:r>
          </a:p>
          <a:p>
            <a:pPr lvl="1"/>
            <a:r>
              <a:rPr lang="en-US" altLang="ko-KR" dirty="0"/>
              <a:t>URL decoding</a:t>
            </a:r>
            <a:r>
              <a:rPr lang="ko-KR" altLang="en-US" dirty="0"/>
              <a:t>을 수행하는 경우</a:t>
            </a:r>
            <a:endParaRPr lang="en-US" altLang="ko-KR" dirty="0"/>
          </a:p>
          <a:p>
            <a:pPr lvl="1"/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..%c0%af </a:t>
            </a:r>
            <a:r>
              <a:rPr lang="ko-KR" altLang="en-US" b="0" i="0" dirty="0">
                <a:solidFill>
                  <a:srgbClr val="333332"/>
                </a:solidFill>
                <a:effectLst/>
                <a:latin typeface="Courier"/>
              </a:rPr>
              <a:t>나 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..%252f </a:t>
            </a:r>
            <a:r>
              <a:rPr lang="ko-KR" altLang="en-US" b="0" i="0" dirty="0">
                <a:solidFill>
                  <a:srgbClr val="333332"/>
                </a:solidFill>
                <a:effectLst/>
                <a:latin typeface="Courier"/>
              </a:rPr>
              <a:t>같은 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Arial" panose="020B0604020202020204" pitchFamily="34" charset="0"/>
              </a:rPr>
              <a:t>non-standard encodings (</a:t>
            </a:r>
            <a:r>
              <a:rPr lang="ko-KR" altLang="en-US" b="0" i="0" dirty="0">
                <a:solidFill>
                  <a:srgbClr val="333332"/>
                </a:solidFill>
                <a:effectLst/>
                <a:latin typeface="Arial" panose="020B0604020202020204" pitchFamily="34" charset="0"/>
              </a:rPr>
              <a:t>비표준 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Arial" panose="020B0604020202020204" pitchFamily="34" charset="0"/>
              </a:rPr>
              <a:t>encoding) </a:t>
            </a:r>
            <a:r>
              <a:rPr lang="ko-KR" altLang="en-US" b="0" i="0" dirty="0">
                <a:solidFill>
                  <a:srgbClr val="333332"/>
                </a:solidFill>
                <a:effectLst/>
                <a:latin typeface="Arial" panose="020B0604020202020204" pitchFamily="34" charset="0"/>
              </a:rPr>
              <a:t>을 이용</a:t>
            </a:r>
            <a:endParaRPr lang="en-US" altLang="ko-KR" b="0" i="0" dirty="0">
              <a:solidFill>
                <a:srgbClr val="33333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altLang="ko-KR" dirty="0">
              <a:solidFill>
                <a:srgbClr val="333332"/>
              </a:solidFill>
              <a:latin typeface="Arial" panose="020B0604020202020204" pitchFamily="34" charset="0"/>
            </a:endParaRPr>
          </a:p>
          <a:p>
            <a:pPr lvl="1"/>
            <a:endParaRPr lang="en-US" altLang="ko-KR" dirty="0">
              <a:solidFill>
                <a:srgbClr val="333332"/>
              </a:solidFill>
              <a:latin typeface="Arial" panose="020B0604020202020204" pitchFamily="34" charset="0"/>
            </a:endParaRPr>
          </a:p>
          <a:p>
            <a:r>
              <a:rPr lang="en-US" altLang="ko-KR" dirty="0"/>
              <a:t>https://portswigger.net/web-security/file-path-traversal/lab-superfluous-url-decode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30179C-14CD-4EED-AA1B-1B8C8669E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87212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5D8B3-4C46-42C2-A536-71BF12963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 – </a:t>
            </a:r>
            <a:r>
              <a:rPr lang="ko-KR" altLang="en-US" dirty="0"/>
              <a:t>장애물 우회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28BD38A-3D52-42C1-AC39-8241882CB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7107" y="2109500"/>
            <a:ext cx="7469388" cy="365252"/>
          </a:xfrm>
          <a:ln>
            <a:solidFill>
              <a:schemeClr val="tx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BD16A0-A1BD-4A3B-9E43-B210A9C1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5BE409-FCB3-4F61-8744-B8AFF2CBA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457" y="2936912"/>
            <a:ext cx="6707932" cy="26393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2465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00279-8388-40B8-813B-14FCBF020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 – </a:t>
            </a:r>
            <a:r>
              <a:rPr lang="ko-KR" altLang="en-US" dirty="0"/>
              <a:t>장애물 우회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43208A6-A5FB-4B02-901F-EF8AB21DC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2760" y="2030136"/>
            <a:ext cx="10058400" cy="3568700"/>
          </a:xfrm>
          <a:ln>
            <a:solidFill>
              <a:schemeClr val="tx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9424FA-E60D-4F30-B581-850B84816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1435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20A4BF-5441-4418-AADD-89306CAD3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 – </a:t>
            </a:r>
            <a:r>
              <a:rPr lang="ko-KR" altLang="en-US" dirty="0"/>
              <a:t>장애물 우회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38AA96-BEEB-4818-BFB3-F9B720014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4 (validation of file extension with null byte bypass)</a:t>
            </a:r>
          </a:p>
          <a:p>
            <a:pPr lvl="1"/>
            <a:r>
              <a:rPr lang="en-US" altLang="ko-KR" dirty="0"/>
              <a:t>File path</a:t>
            </a:r>
            <a:r>
              <a:rPr lang="ko-KR" altLang="en-US" dirty="0"/>
              <a:t>의 마지막 확장자에 대한 검사가 있음 </a:t>
            </a:r>
            <a:r>
              <a:rPr lang="en-US" altLang="ko-KR" dirty="0"/>
              <a:t>(</a:t>
            </a:r>
            <a:r>
              <a:rPr lang="ko-KR" altLang="en-US" dirty="0"/>
              <a:t>예를 들어 </a:t>
            </a:r>
            <a:r>
              <a:rPr lang="en-US" altLang="ko-KR" dirty="0"/>
              <a:t>.</a:t>
            </a:r>
            <a:r>
              <a:rPr lang="en-US" altLang="ko-KR" dirty="0" err="1"/>
              <a:t>png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https://portswigger.net/web-security/file-path-traversal/lab-validate-file-extension-null-byte-bypass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0DEAE6-B864-49B6-AE16-64D1E5F8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0967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0852A-914C-4403-AC27-C96D4832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 – </a:t>
            </a:r>
            <a:r>
              <a:rPr lang="ko-KR" altLang="en-US" dirty="0"/>
              <a:t>장애물 우회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A24BA8-D34B-4C5E-AB04-EBA726BFE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../../../</a:t>
            </a:r>
            <a:r>
              <a:rPr lang="en-US" altLang="ko-KR" b="1" dirty="0" err="1">
                <a:solidFill>
                  <a:srgbClr val="FF0000"/>
                </a:solidFill>
              </a:rPr>
              <a:t>etc</a:t>
            </a:r>
            <a:r>
              <a:rPr lang="en-US" altLang="ko-KR" b="1" dirty="0">
                <a:solidFill>
                  <a:srgbClr val="FF0000"/>
                </a:solidFill>
              </a:rPr>
              <a:t>/passwd%00.png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BBD863-743F-4FC1-A805-14BD4C94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F3B406-AAA8-40AF-965B-204C722B7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055" y="2393936"/>
            <a:ext cx="8005890" cy="33274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61495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B17114-1DD4-4AB0-B83C-6903713A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Directory traversal – </a:t>
            </a:r>
            <a:r>
              <a:rPr lang="ko-KR" altLang="en-US" dirty="0"/>
              <a:t>대응 방안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16B69-B9C9-4622-84C7-DA6B317FA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사용자의 입력을</a:t>
            </a:r>
            <a:r>
              <a:rPr lang="en-US" altLang="ko-KR" dirty="0"/>
              <a:t> filesystem API </a:t>
            </a:r>
            <a:r>
              <a:rPr lang="ko-KR" altLang="en-US" dirty="0"/>
              <a:t>로 전달하지 않으면 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사용자의 입력을 </a:t>
            </a:r>
            <a:r>
              <a:rPr lang="en-US" altLang="ko-KR" dirty="0"/>
              <a:t>filesystem API </a:t>
            </a:r>
            <a:r>
              <a:rPr lang="ko-KR" altLang="en-US" dirty="0"/>
              <a:t>로 전달해야 할 경우</a:t>
            </a:r>
            <a:r>
              <a:rPr lang="en-US" altLang="ko-KR" dirty="0"/>
              <a:t>, 2</a:t>
            </a:r>
            <a:r>
              <a:rPr lang="ko-KR" altLang="en-US" dirty="0"/>
              <a:t>가지 방어 계층을 사용해야 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유효성 검사 </a:t>
            </a:r>
            <a:r>
              <a:rPr lang="en-US" altLang="ko-KR" dirty="0"/>
              <a:t>- </a:t>
            </a:r>
            <a:r>
              <a:rPr lang="ko-KR" altLang="en-US" dirty="0"/>
              <a:t>사용자의 입력을 </a:t>
            </a:r>
            <a:r>
              <a:rPr lang="en-US" altLang="ko-KR" dirty="0"/>
              <a:t>Whitelist</a:t>
            </a:r>
            <a:r>
              <a:rPr lang="ko-KR" altLang="en-US" dirty="0"/>
              <a:t> 와 비교</a:t>
            </a:r>
            <a:r>
              <a:rPr lang="en-US" altLang="ko-KR" dirty="0"/>
              <a:t>. (</a:t>
            </a:r>
            <a:r>
              <a:rPr lang="ko-KR" altLang="en-US" dirty="0"/>
              <a:t>순수 </a:t>
            </a:r>
            <a:r>
              <a:rPr lang="ko-KR" altLang="en-US" dirty="0" err="1"/>
              <a:t>영숫자만을</a:t>
            </a:r>
            <a:r>
              <a:rPr lang="ko-KR" altLang="en-US" dirty="0"/>
              <a:t> 허용하거나 </a:t>
            </a:r>
            <a:r>
              <a:rPr lang="en-US" altLang="ko-KR" dirty="0"/>
              <a:t>..)</a:t>
            </a:r>
          </a:p>
          <a:p>
            <a:pPr lvl="1"/>
            <a:r>
              <a:rPr lang="en-US" altLang="ko-KR" dirty="0"/>
              <a:t>canonicalize Path (</a:t>
            </a:r>
            <a:r>
              <a:rPr lang="ko-KR" altLang="en-US" dirty="0"/>
              <a:t>경로 정규화</a:t>
            </a:r>
            <a:r>
              <a:rPr lang="en-US" altLang="ko-KR" dirty="0"/>
              <a:t>)– </a:t>
            </a:r>
            <a:r>
              <a:rPr lang="ko-KR" altLang="en-US" dirty="0" err="1"/>
              <a:t>정규화된</a:t>
            </a:r>
            <a:r>
              <a:rPr lang="ko-KR" altLang="en-US" dirty="0"/>
              <a:t> 경로가 예상된 기본 디렉토리에서 시작되는지 확인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b="1" i="0" dirty="0">
                <a:solidFill>
                  <a:srgbClr val="333332"/>
                </a:solidFill>
                <a:effectLst/>
                <a:latin typeface="Courier"/>
              </a:rPr>
              <a:t>File </a:t>
            </a:r>
            <a:r>
              <a:rPr lang="en-US" altLang="ko-KR" b="1" i="0" dirty="0" err="1">
                <a:solidFill>
                  <a:srgbClr val="333332"/>
                </a:solidFill>
                <a:effectLst/>
                <a:latin typeface="Courier"/>
              </a:rPr>
              <a:t>file</a:t>
            </a:r>
            <a:r>
              <a:rPr lang="en-US" altLang="ko-KR" b="1" i="0" dirty="0">
                <a:solidFill>
                  <a:srgbClr val="333332"/>
                </a:solidFill>
                <a:effectLst/>
                <a:latin typeface="Courier"/>
              </a:rPr>
              <a:t> = new File(BASE_DIRECTORY, </a:t>
            </a:r>
            <a:r>
              <a:rPr lang="en-US" altLang="ko-KR" b="1" i="0" dirty="0" err="1">
                <a:solidFill>
                  <a:srgbClr val="333332"/>
                </a:solidFill>
                <a:effectLst/>
                <a:latin typeface="Courier"/>
              </a:rPr>
              <a:t>userInput</a:t>
            </a:r>
            <a:r>
              <a:rPr lang="en-US" altLang="ko-KR" b="1" i="0" dirty="0">
                <a:solidFill>
                  <a:srgbClr val="333332"/>
                </a:solidFill>
                <a:effectLst/>
                <a:latin typeface="Courier"/>
              </a:rPr>
              <a:t>);</a:t>
            </a:r>
            <a:br>
              <a:rPr lang="en-US" altLang="ko-KR" b="1" dirty="0"/>
            </a:br>
            <a:r>
              <a:rPr lang="en-US" altLang="ko-KR" b="1" i="0" dirty="0">
                <a:solidFill>
                  <a:srgbClr val="333332"/>
                </a:solidFill>
                <a:effectLst/>
                <a:latin typeface="Courier"/>
              </a:rPr>
              <a:t>if (</a:t>
            </a:r>
            <a:r>
              <a:rPr lang="en-US" altLang="ko-KR" b="1" i="0" dirty="0" err="1">
                <a:solidFill>
                  <a:srgbClr val="333332"/>
                </a:solidFill>
                <a:effectLst/>
                <a:latin typeface="Courier"/>
              </a:rPr>
              <a:t>file.getCanonicalPath</a:t>
            </a:r>
            <a:r>
              <a:rPr lang="en-US" altLang="ko-KR" b="1" i="0" dirty="0">
                <a:solidFill>
                  <a:srgbClr val="333332"/>
                </a:solidFill>
                <a:effectLst/>
                <a:latin typeface="Courier"/>
              </a:rPr>
              <a:t>().</a:t>
            </a:r>
            <a:r>
              <a:rPr lang="en-US" altLang="ko-KR" b="1" i="0" dirty="0" err="1">
                <a:solidFill>
                  <a:srgbClr val="333332"/>
                </a:solidFill>
                <a:effectLst/>
                <a:latin typeface="Courier"/>
              </a:rPr>
              <a:t>startsWith</a:t>
            </a:r>
            <a:r>
              <a:rPr lang="en-US" altLang="ko-KR" b="1" i="0" dirty="0">
                <a:solidFill>
                  <a:srgbClr val="333332"/>
                </a:solidFill>
                <a:effectLst/>
                <a:latin typeface="Courier"/>
              </a:rPr>
              <a:t>(BASE_DIRECTORY)) {</a:t>
            </a:r>
            <a:br>
              <a:rPr lang="en-US" altLang="ko-KR" b="1" dirty="0"/>
            </a:br>
            <a:r>
              <a:rPr lang="en-US" altLang="ko-KR" b="1" i="0" dirty="0">
                <a:solidFill>
                  <a:srgbClr val="333332"/>
                </a:solidFill>
                <a:effectLst/>
                <a:latin typeface="Courier"/>
              </a:rPr>
              <a:t>    // process file</a:t>
            </a:r>
            <a:br>
              <a:rPr lang="en-US" altLang="ko-KR" b="1" dirty="0"/>
            </a:br>
            <a:r>
              <a:rPr lang="en-US" altLang="ko-KR" b="1" i="0" dirty="0">
                <a:solidFill>
                  <a:srgbClr val="333332"/>
                </a:solidFill>
                <a:effectLst/>
                <a:latin typeface="Courier"/>
              </a:rPr>
              <a:t>}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8AFD71-6385-4623-8DD7-68C891C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65613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5EB9F-87C0-410F-9B43-D313DC82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Command injection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FCFECB-CD0B-4001-8357-21DFD4408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특정 스토어에 재고가 있는지 여부를 볼 수 있는 프로그램을 생각해보자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https://insecure-website.com/stockStatus?productID=381&amp;storeID=29</a:t>
            </a:r>
          </a:p>
          <a:p>
            <a:pPr lvl="1"/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r>
              <a:rPr lang="ko-KR" altLang="en-US" dirty="0"/>
              <a:t>재고 정보를 제공하려면 </a:t>
            </a:r>
            <a:r>
              <a:rPr lang="en-US" altLang="ko-KR" dirty="0"/>
              <a:t>legacy system</a:t>
            </a:r>
            <a:r>
              <a:rPr lang="ko-KR" altLang="en-US" dirty="0"/>
              <a:t>에서 </a:t>
            </a:r>
            <a:r>
              <a:rPr lang="en-US" altLang="ko-KR" dirty="0"/>
              <a:t>query </a:t>
            </a:r>
            <a:r>
              <a:rPr lang="ko-KR" altLang="en-US" dirty="0"/>
              <a:t>해야함</a:t>
            </a:r>
            <a:r>
              <a:rPr lang="en-US" altLang="ko-KR" dirty="0"/>
              <a:t>. (</a:t>
            </a:r>
            <a:r>
              <a:rPr lang="ko-KR" altLang="en-US" dirty="0"/>
              <a:t>예전의 시스템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이 기능은 </a:t>
            </a:r>
            <a:r>
              <a:rPr lang="en-US" altLang="ko-KR" dirty="0" err="1"/>
              <a:t>productId</a:t>
            </a:r>
            <a:r>
              <a:rPr lang="en-US" altLang="ko-KR" dirty="0"/>
              <a:t> </a:t>
            </a:r>
            <a:r>
              <a:rPr lang="ko-KR" altLang="en-US" dirty="0"/>
              <a:t>와 </a:t>
            </a:r>
            <a:r>
              <a:rPr lang="en-US" altLang="ko-KR" dirty="0" err="1"/>
              <a:t>storeID</a:t>
            </a:r>
            <a:r>
              <a:rPr lang="ko-KR" altLang="en-US" dirty="0"/>
              <a:t>를 인수로 하여 </a:t>
            </a:r>
            <a:r>
              <a:rPr lang="en-US" altLang="ko-KR" b="1" dirty="0"/>
              <a:t>shell </a:t>
            </a:r>
            <a:r>
              <a:rPr lang="ko-KR" altLang="en-US" b="1" dirty="0"/>
              <a:t>명령</a:t>
            </a:r>
            <a:r>
              <a:rPr lang="ko-KR" altLang="en-US" dirty="0"/>
              <a:t>을 호출</a:t>
            </a:r>
            <a:endParaRPr lang="en-US" altLang="ko-KR" dirty="0"/>
          </a:p>
          <a:p>
            <a:pPr lvl="1"/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stockreport.pl 381 29</a:t>
            </a:r>
            <a:endParaRPr lang="en-US" altLang="ko-KR" b="1" i="0" dirty="0">
              <a:solidFill>
                <a:srgbClr val="333332"/>
              </a:solidFill>
              <a:effectLst/>
              <a:latin typeface="Courier"/>
            </a:endParaRPr>
          </a:p>
          <a:p>
            <a:endParaRPr lang="en-US" altLang="ko-KR" dirty="0"/>
          </a:p>
          <a:p>
            <a:r>
              <a:rPr lang="ko-KR" altLang="en-US" dirty="0"/>
              <a:t>공격자는 다음 입력을  </a:t>
            </a:r>
            <a:r>
              <a:rPr lang="en-US" altLang="ko-KR" dirty="0" err="1"/>
              <a:t>productId</a:t>
            </a:r>
            <a:r>
              <a:rPr lang="ko-KR" altLang="en-US" dirty="0"/>
              <a:t>에 넣어 임의 명령을 실행할 수 있음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&amp; echo </a:t>
            </a:r>
            <a:r>
              <a:rPr lang="en-US" altLang="ko-KR" b="0" i="0" dirty="0" err="1">
                <a:solidFill>
                  <a:srgbClr val="333332"/>
                </a:solidFill>
                <a:effectLst/>
                <a:latin typeface="Courier"/>
              </a:rPr>
              <a:t>aiwefwlguh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 &amp;</a:t>
            </a:r>
          </a:p>
          <a:p>
            <a:pPr lvl="1"/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stockreport.pl &amp; echo </a:t>
            </a:r>
            <a:r>
              <a:rPr lang="en-US" altLang="ko-KR" b="0" i="0" dirty="0" err="1">
                <a:solidFill>
                  <a:srgbClr val="333332"/>
                </a:solidFill>
                <a:effectLst/>
                <a:latin typeface="Courier"/>
              </a:rPr>
              <a:t>aiwefwlguh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 &amp; 29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244243-238B-4BD0-A6EB-2217C885A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06937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9D746-0726-409F-95AC-F1B8CE45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Command injection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B286BC-C398-4B4E-B83B-17C363D4E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stockreport.pl &amp; echo </a:t>
            </a:r>
            <a:r>
              <a:rPr lang="en-US" altLang="ko-KR" b="0" i="0" dirty="0" err="1">
                <a:solidFill>
                  <a:srgbClr val="333332"/>
                </a:solidFill>
                <a:effectLst/>
                <a:latin typeface="Courier"/>
              </a:rPr>
              <a:t>aiwefwlguh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 &amp; 29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echo </a:t>
            </a:r>
            <a:r>
              <a:rPr lang="ko-KR" altLang="en-US" dirty="0"/>
              <a:t>명령은 문자열을 출력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&amp; </a:t>
            </a:r>
            <a:r>
              <a:rPr lang="ko-KR" altLang="en-US" dirty="0"/>
              <a:t>기호는 </a:t>
            </a:r>
            <a:r>
              <a:rPr lang="en-US" altLang="ko-KR" b="1" dirty="0"/>
              <a:t>shell</a:t>
            </a:r>
            <a:r>
              <a:rPr lang="ko-KR" altLang="en-US" b="1" dirty="0"/>
              <a:t> 명령 구분</a:t>
            </a:r>
            <a:r>
              <a:rPr lang="ko-KR" altLang="en-US" dirty="0"/>
              <a:t> 기호</a:t>
            </a:r>
            <a:r>
              <a:rPr lang="en-US" altLang="ko-KR" dirty="0"/>
              <a:t>, </a:t>
            </a:r>
            <a:r>
              <a:rPr lang="ko-KR" altLang="en-US" dirty="0"/>
              <a:t>실제로 </a:t>
            </a:r>
            <a:r>
              <a:rPr lang="en-US" altLang="ko-KR" dirty="0"/>
              <a:t>3</a:t>
            </a:r>
            <a:r>
              <a:rPr lang="ko-KR" altLang="en-US" dirty="0"/>
              <a:t>개의 명령이 하나씩 실행됨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사용자에게 반환되는 출력은 다음과 같음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F0F9D2-D119-4ACC-AF65-6D8D82B7F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A01C18-FA1C-45BC-B016-A00610B2C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691" y="4322868"/>
            <a:ext cx="5096586" cy="11526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60049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168C18-2AE5-4906-ACDA-002FAF98E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Command injection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87372A-176F-4C6B-AF0F-96A082332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stockreport.pl &amp; echo </a:t>
            </a:r>
            <a:r>
              <a:rPr lang="en-US" altLang="ko-KR" b="0" i="0" dirty="0" err="1">
                <a:solidFill>
                  <a:srgbClr val="333332"/>
                </a:solidFill>
                <a:effectLst/>
                <a:latin typeface="Courier"/>
              </a:rPr>
              <a:t>aiwefwlguh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 &amp; 29 </a:t>
            </a:r>
            <a:r>
              <a:rPr lang="ko-KR" altLang="en-US" b="0" i="0" dirty="0">
                <a:solidFill>
                  <a:srgbClr val="333332"/>
                </a:solidFill>
                <a:effectLst/>
                <a:latin typeface="Courier"/>
              </a:rPr>
              <a:t>의 </a:t>
            </a:r>
            <a:r>
              <a:rPr lang="ko-KR" altLang="en-US" dirty="0"/>
              <a:t>출력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-US" altLang="ko-KR" dirty="0"/>
              <a:t>stockreport.pl</a:t>
            </a:r>
            <a:r>
              <a:rPr lang="ko-KR" altLang="en-US" dirty="0"/>
              <a:t> 은 </a:t>
            </a:r>
            <a:r>
              <a:rPr lang="ko-KR" altLang="en-US" b="1" dirty="0"/>
              <a:t>인수 없이 실행되어 </a:t>
            </a:r>
            <a:r>
              <a:rPr lang="en-US" altLang="ko-KR" b="1" dirty="0"/>
              <a:t>Error </a:t>
            </a:r>
            <a:r>
              <a:rPr lang="ko-KR" altLang="en-US" dirty="0"/>
              <a:t>출력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en-US" altLang="ko-KR" b="1" dirty="0"/>
              <a:t>echo </a:t>
            </a:r>
            <a:r>
              <a:rPr lang="en-US" altLang="ko-KR" b="1" dirty="0" err="1"/>
              <a:t>aiwefwlguh</a:t>
            </a:r>
            <a:r>
              <a:rPr lang="en-US" altLang="ko-KR" b="1" dirty="0"/>
              <a:t> </a:t>
            </a:r>
            <a:r>
              <a:rPr lang="ko-KR" altLang="en-US" dirty="0"/>
              <a:t>가 실행되어 </a:t>
            </a:r>
            <a:r>
              <a:rPr lang="en-US" altLang="ko-KR" dirty="0"/>
              <a:t>shell</a:t>
            </a:r>
            <a:r>
              <a:rPr lang="ko-KR" altLang="en-US" dirty="0"/>
              <a:t>에 출력</a:t>
            </a:r>
            <a:endParaRPr lang="en-US" altLang="ko-KR" dirty="0"/>
          </a:p>
          <a:p>
            <a:r>
              <a:rPr lang="en-US" altLang="ko-KR" dirty="0"/>
              <a:t>3. 29 </a:t>
            </a:r>
            <a:r>
              <a:rPr lang="ko-KR" altLang="en-US" dirty="0"/>
              <a:t>가 명령어로 실행되어 </a:t>
            </a:r>
            <a:r>
              <a:rPr lang="en-US" altLang="ko-KR" b="1" dirty="0"/>
              <a:t>command not found </a:t>
            </a:r>
            <a:r>
              <a:rPr lang="ko-KR" altLang="en-US" dirty="0"/>
              <a:t>출력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명령 구분 기호 </a:t>
            </a:r>
            <a:r>
              <a:rPr lang="en-US" altLang="ko-KR" b="1" dirty="0"/>
              <a:t>&amp; </a:t>
            </a:r>
            <a:r>
              <a:rPr lang="ko-KR" altLang="en-US" dirty="0"/>
              <a:t>를 삽입하면</a:t>
            </a:r>
            <a:r>
              <a:rPr lang="en-US" altLang="ko-KR" dirty="0"/>
              <a:t>, </a:t>
            </a:r>
            <a:r>
              <a:rPr lang="ko-KR" altLang="en-US" dirty="0"/>
              <a:t>삽입 지점 뒤에 오는 명령어가 구분된다</a:t>
            </a:r>
            <a:r>
              <a:rPr lang="en-US" altLang="ko-KR" dirty="0"/>
              <a:t>!</a:t>
            </a:r>
          </a:p>
          <a:p>
            <a:pPr marL="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AFABA1-F9BB-4C50-A256-94E69ACD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DFAE16-468E-4DA1-8955-B92D29DD4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032" y="2276314"/>
            <a:ext cx="5096586" cy="11526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48562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3F101-B5A6-4A5D-A6AF-06EA3B9B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Command injection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F4DEB0-3957-480A-9421-339C48FD9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1 (simple case)</a:t>
            </a:r>
          </a:p>
          <a:p>
            <a:r>
              <a:rPr lang="en-US" altLang="ko-KR" dirty="0" err="1"/>
              <a:t>whoami</a:t>
            </a:r>
            <a:r>
              <a:rPr lang="en-US" altLang="ko-KR" dirty="0"/>
              <a:t> </a:t>
            </a:r>
            <a:r>
              <a:rPr lang="ko-KR" altLang="en-US" dirty="0"/>
              <a:t>명령을 실행시켜 보아요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https://portswigger.net/web-security/os-command-injection/lab-simple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EB6B9E-B795-48E1-B36D-E0B1A30F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00229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AC6D8-6A5A-41E5-9198-2B9DAC6A5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Command injection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1FB026-E4D3-43F3-8D54-40F3A8C78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9E524D-E4B9-4402-84BE-4D09353D9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EDEB63-40B2-4D41-AE68-2C56DAF94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121" y="2678544"/>
            <a:ext cx="6525757" cy="29955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18856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A866C8-E1B8-4A6E-9F73-BE1DE9BA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Useful commands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90231B-071E-4B4F-8EE5-7E3A1AF0D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216" y="1807723"/>
            <a:ext cx="10058400" cy="4023360"/>
          </a:xfrm>
        </p:spPr>
        <p:txBody>
          <a:bodyPr/>
          <a:lstStyle/>
          <a:p>
            <a:r>
              <a:rPr lang="ko-KR" altLang="en-US" dirty="0"/>
              <a:t>초기 명령을 통해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"/>
              </a:rPr>
              <a:t>시스템에 대한 정보를 가져오는 것이 유용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F13B89-59EF-4832-BB63-F1F977B4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BE7A23-059D-4A35-9D12-528A9B5E3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912" y="2404743"/>
            <a:ext cx="5973009" cy="2829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685530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4E37D-33A6-4803-8DD5-5AD2A094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Ways of injecting OS commands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5FB28A-B5BB-4028-84A6-67E7A569B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OS command injection </a:t>
            </a:r>
            <a:r>
              <a:rPr lang="ko-KR" altLang="en-US" dirty="0"/>
              <a:t>공격을 수행할 때</a:t>
            </a:r>
            <a:r>
              <a:rPr lang="en-US" altLang="ko-KR" dirty="0"/>
              <a:t>, </a:t>
            </a:r>
            <a:r>
              <a:rPr lang="ko-KR" altLang="en-US" dirty="0"/>
              <a:t>다양한 </a:t>
            </a:r>
            <a:r>
              <a:rPr lang="en-US" altLang="ko-KR" dirty="0"/>
              <a:t>shell metacharacter </a:t>
            </a:r>
            <a:r>
              <a:rPr lang="ko-KR" altLang="en-US" dirty="0"/>
              <a:t>들을 사용가능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 </a:t>
            </a:r>
            <a:r>
              <a:rPr lang="en-US" altLang="ko-KR" dirty="0"/>
              <a:t>command separator </a:t>
            </a:r>
            <a:r>
              <a:rPr lang="ko-KR" altLang="en-US" dirty="0"/>
              <a:t>들을 사용하여 명령들을 연결할 수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윈도우와 유닉스 기반 시스템에서 모두 작동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45C539-3A22-4260-BE0C-D7620B40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93719A-4ADA-4CA3-BE0D-0AAB9A1D2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564" y="3195428"/>
            <a:ext cx="2014829" cy="27210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41060D-95EF-470C-AA44-D2C31F3847CB}"/>
              </a:ext>
            </a:extLst>
          </p:cNvPr>
          <p:cNvSpPr txBox="1"/>
          <p:nvPr/>
        </p:nvSpPr>
        <p:spPr>
          <a:xfrm>
            <a:off x="4061460" y="3819403"/>
            <a:ext cx="7094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Noto Sans JP"/>
              </a:rPr>
              <a:t>&amp;&amp; -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JP"/>
              </a:rPr>
              <a:t>앞의 명령어가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Noto Sans JP"/>
              </a:rPr>
              <a:t>성공시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JP"/>
              </a:rPr>
              <a:t> 다음 명령어 실행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JP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JP"/>
              </a:rPr>
              <a:t>동기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JP"/>
              </a:rPr>
              <a:t>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Noto Sans JP"/>
              </a:rPr>
              <a:t>&amp; -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JP"/>
              </a:rPr>
              <a:t>앞의 명령어를 백그라운드로 돌리고 동시에 뒤의 명령어를 실행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JP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JP"/>
              </a:rPr>
              <a:t>비동기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JP"/>
              </a:rPr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18001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D2E55A-ACAA-4865-B819-C31F22F9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Ways of injecting OS commands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4DC6C4-90E9-4C70-B063-04F480572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다음 </a:t>
            </a:r>
            <a:r>
              <a:rPr lang="en-US" altLang="ko-KR" dirty="0"/>
              <a:t>Command separator </a:t>
            </a:r>
            <a:r>
              <a:rPr lang="ko-KR" altLang="en-US" dirty="0"/>
              <a:t>들을 </a:t>
            </a:r>
            <a:r>
              <a:rPr lang="en-US" altLang="ko-KR" dirty="0"/>
              <a:t>Unix </a:t>
            </a:r>
            <a:r>
              <a:rPr lang="ko-KR" altLang="en-US" dirty="0"/>
              <a:t>기반</a:t>
            </a:r>
            <a:r>
              <a:rPr lang="en-US" altLang="ko-KR" dirty="0"/>
              <a:t> </a:t>
            </a:r>
            <a:r>
              <a:rPr lang="ko-KR" altLang="en-US" dirty="0"/>
              <a:t>운영체제에서만 작동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Unix </a:t>
            </a:r>
            <a:r>
              <a:rPr lang="ko-KR" altLang="en-US" dirty="0"/>
              <a:t>기반에서는 </a:t>
            </a:r>
            <a:r>
              <a:rPr lang="en-US" altLang="ko-KR" dirty="0"/>
              <a:t>`</a:t>
            </a:r>
            <a:r>
              <a:rPr lang="ko-KR" altLang="en-US" dirty="0"/>
              <a:t>과 </a:t>
            </a:r>
            <a:r>
              <a:rPr lang="en-US" altLang="ko-KR" dirty="0"/>
              <a:t>$ </a:t>
            </a:r>
            <a:r>
              <a:rPr lang="ko-KR" altLang="en-US" dirty="0"/>
              <a:t>문자를 사용해서 원래 명령 내에 </a:t>
            </a:r>
            <a:r>
              <a:rPr lang="en-US" altLang="ko-KR" dirty="0"/>
              <a:t>injected command</a:t>
            </a:r>
            <a:r>
              <a:rPr lang="ko-KR" altLang="en-US" dirty="0"/>
              <a:t>를 실행할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Command injection</a:t>
            </a:r>
            <a:r>
              <a:rPr lang="ko-KR" altLang="en-US" dirty="0"/>
              <a:t>이 원래 명령의 따옴표 안에서 주입된다면 </a:t>
            </a:r>
            <a:r>
              <a:rPr lang="en-US" altLang="ko-KR" dirty="0"/>
              <a:t>‘, “</a:t>
            </a:r>
            <a:r>
              <a:rPr lang="ko-KR" altLang="en-US" dirty="0"/>
              <a:t>를 사용해서 </a:t>
            </a:r>
            <a:r>
              <a:rPr lang="en-US" altLang="ko-KR" dirty="0"/>
              <a:t>escape </a:t>
            </a:r>
            <a:r>
              <a:rPr lang="ko-KR" altLang="en-US" dirty="0" err="1"/>
              <a:t>해줘야함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B83F90-2C10-4D27-B963-E7D818B3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6ADAEB-FA10-4F7D-A166-0D16A32C0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70" y="2257388"/>
            <a:ext cx="3658881" cy="8820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A1D5021-B45C-479B-80C3-58D0FFD15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70" y="4007025"/>
            <a:ext cx="3658881" cy="9564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455972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A3B0-6357-4BB1-9AA2-EA59A014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Blind Command Injection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4808EA-C359-45FB-8B15-DF10CCA14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대부분의 </a:t>
            </a:r>
            <a:r>
              <a:rPr lang="en-US" altLang="ko-KR" dirty="0"/>
              <a:t>OS command Injection</a:t>
            </a:r>
            <a:r>
              <a:rPr lang="ko-KR" altLang="en-US" dirty="0"/>
              <a:t>은</a:t>
            </a:r>
            <a:r>
              <a:rPr lang="en-US" altLang="ko-KR" dirty="0"/>
              <a:t> blind </a:t>
            </a:r>
            <a:r>
              <a:rPr lang="ko-KR" altLang="en-US" dirty="0"/>
              <a:t>취약점임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HTTP response </a:t>
            </a:r>
            <a:r>
              <a:rPr lang="ko-KR" altLang="en-US" dirty="0"/>
              <a:t>내에 가시적이지 않음</a:t>
            </a:r>
            <a:r>
              <a:rPr lang="en-US" altLang="ko-KR" dirty="0"/>
              <a:t>.</a:t>
            </a:r>
          </a:p>
          <a:p>
            <a:pPr marL="201168" lvl="1" indent="0">
              <a:buNone/>
            </a:pPr>
            <a:endParaRPr lang="en-US" altLang="ko-KR" dirty="0"/>
          </a:p>
          <a:p>
            <a:r>
              <a:rPr lang="ko-KR" altLang="en-US" dirty="0"/>
              <a:t>사용자가 사이트에 대한 </a:t>
            </a:r>
            <a:r>
              <a:rPr lang="en-US" altLang="ko-KR" dirty="0"/>
              <a:t>feedback</a:t>
            </a:r>
            <a:r>
              <a:rPr lang="ko-KR" altLang="en-US" dirty="0"/>
              <a:t>을 제출할 수 있는 웹 사이트를 생각해보자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사용자는 이메일 주소와 피드백 메시지를 입력</a:t>
            </a:r>
            <a:endParaRPr lang="en-US" altLang="ko-KR" dirty="0"/>
          </a:p>
          <a:p>
            <a:pPr lvl="1"/>
            <a:r>
              <a:rPr lang="ko-KR" altLang="en-US" dirty="0"/>
              <a:t>서버에서는 사이트 관리자에게 이 내용을 이메일로 생성함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HTTP </a:t>
            </a:r>
            <a:r>
              <a:rPr lang="en-US" altLang="ko-KR" dirty="0" err="1"/>
              <a:t>respons</a:t>
            </a:r>
            <a:r>
              <a:rPr lang="ko-KR" altLang="en-US" dirty="0"/>
              <a:t>에 반환되지 않으므로 </a:t>
            </a:r>
            <a:r>
              <a:rPr lang="en-US" altLang="ko-KR" dirty="0"/>
              <a:t>echo</a:t>
            </a:r>
            <a:r>
              <a:rPr lang="ko-KR" altLang="en-US" dirty="0"/>
              <a:t>를 이용해서 공격할 수 없음</a:t>
            </a:r>
            <a:r>
              <a:rPr lang="en-US" altLang="ko-KR" dirty="0"/>
              <a:t>. </a:t>
            </a:r>
            <a:r>
              <a:rPr lang="ko-KR" altLang="en-US" dirty="0"/>
              <a:t>다양한 기술들을 익혀야 함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5F364-F045-4454-94F9-1F7F8F662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0DFDD6-D986-48DD-B345-FA73927E2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11" y="4016642"/>
            <a:ext cx="6649378" cy="7144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71320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8E2A9-DD05-4E2E-8434-435BBBD24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Blind Command Injection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F0CFC-5094-4A16-9C84-FBFD7C09F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(lab-blind-output-redirection)</a:t>
            </a:r>
          </a:p>
          <a:p>
            <a:pPr lvl="1"/>
            <a:r>
              <a:rPr lang="ko-KR" altLang="en-US" dirty="0"/>
              <a:t>리눅스 </a:t>
            </a:r>
            <a:r>
              <a:rPr lang="ko-KR" altLang="en-US" dirty="0" err="1"/>
              <a:t>리다이렉션을</a:t>
            </a:r>
            <a:r>
              <a:rPr lang="ko-KR" altLang="en-US" dirty="0"/>
              <a:t> 이용해서 풀어보아요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/var/www/images</a:t>
            </a:r>
          </a:p>
          <a:p>
            <a:endParaRPr lang="en-US" altLang="ko-KR" dirty="0"/>
          </a:p>
          <a:p>
            <a:r>
              <a:rPr lang="en-US" altLang="ko-KR" dirty="0"/>
              <a:t>https://portswigger.net/web-security/os-command-injection/lab-blind-output-redirection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006279-C3F4-4681-B6B6-22B539D2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DB8BA074-6B40-4FC9-8F5F-E109AE615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561" y="3819403"/>
            <a:ext cx="3600953" cy="12574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14527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FCF75-A053-47A6-A948-7772E8FC6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Blind Command Injection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645A3-D590-4993-A1D0-3A3503D0E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OAST security testing</a:t>
            </a:r>
          </a:p>
          <a:p>
            <a:pPr lvl="1"/>
            <a:r>
              <a:rPr lang="en-US" altLang="ko-KR" dirty="0">
                <a:hlinkClick r:id="rId2"/>
              </a:rPr>
              <a:t>https://portswigger.net/burp/application-security-testing/oast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b="0" i="0" dirty="0">
                <a:solidFill>
                  <a:srgbClr val="5C5C5B"/>
                </a:solidFill>
                <a:effectLst/>
                <a:latin typeface="Arial" panose="020B0604020202020204" pitchFamily="34" charset="0"/>
              </a:rPr>
              <a:t>Out-of-band application security testing (OAST)</a:t>
            </a:r>
          </a:p>
          <a:p>
            <a:pPr lvl="1"/>
            <a:r>
              <a:rPr lang="ko-KR" altLang="en-US" dirty="0">
                <a:solidFill>
                  <a:srgbClr val="5C5C5B"/>
                </a:solidFill>
                <a:latin typeface="Arial" panose="020B0604020202020204" pitchFamily="34" charset="0"/>
              </a:rPr>
              <a:t>외부에서의 공격</a:t>
            </a:r>
            <a:endParaRPr lang="en-US" altLang="ko-KR" dirty="0">
              <a:solidFill>
                <a:srgbClr val="5C5C5B"/>
              </a:solidFill>
              <a:latin typeface="Arial" panose="020B0604020202020204" pitchFamily="34" charset="0"/>
            </a:endParaRPr>
          </a:p>
          <a:p>
            <a:pPr lvl="2"/>
            <a:r>
              <a:rPr lang="ko-KR" altLang="en-US" dirty="0">
                <a:solidFill>
                  <a:srgbClr val="5C5C5B"/>
                </a:solidFill>
                <a:latin typeface="Arial" panose="020B0604020202020204" pitchFamily="34" charset="0"/>
              </a:rPr>
              <a:t>기존의 공격들은 </a:t>
            </a:r>
            <a:r>
              <a:rPr lang="en-US" altLang="ko-KR" dirty="0">
                <a:solidFill>
                  <a:srgbClr val="5C5C5B"/>
                </a:solidFill>
                <a:latin typeface="Arial" panose="020B0604020202020204" pitchFamily="34" charset="0"/>
              </a:rPr>
              <a:t>payload</a:t>
            </a:r>
            <a:r>
              <a:rPr lang="ko-KR" altLang="en-US" dirty="0">
                <a:solidFill>
                  <a:srgbClr val="5C5C5B"/>
                </a:solidFill>
                <a:latin typeface="Arial" panose="020B0604020202020204" pitchFamily="34" charset="0"/>
              </a:rPr>
              <a:t>를 보내고 </a:t>
            </a:r>
            <a:r>
              <a:rPr lang="en-US" altLang="ko-KR" dirty="0">
                <a:solidFill>
                  <a:srgbClr val="5C5C5B"/>
                </a:solidFill>
                <a:latin typeface="Arial" panose="020B0604020202020204" pitchFamily="34" charset="0"/>
              </a:rPr>
              <a:t>response</a:t>
            </a:r>
            <a:r>
              <a:rPr lang="ko-KR" altLang="en-US" dirty="0">
                <a:solidFill>
                  <a:srgbClr val="5C5C5B"/>
                </a:solidFill>
                <a:latin typeface="Arial" panose="020B0604020202020204" pitchFamily="34" charset="0"/>
              </a:rPr>
              <a:t>를 분석 했음</a:t>
            </a:r>
            <a:r>
              <a:rPr lang="en-US" altLang="ko-KR" dirty="0">
                <a:solidFill>
                  <a:srgbClr val="5C5C5B"/>
                </a:solidFill>
                <a:latin typeface="Arial" panose="020B0604020202020204" pitchFamily="34" charset="0"/>
              </a:rPr>
              <a:t>.</a:t>
            </a:r>
          </a:p>
          <a:p>
            <a:pPr lvl="2"/>
            <a:r>
              <a:rPr lang="ko-KR" altLang="en-US" dirty="0">
                <a:solidFill>
                  <a:srgbClr val="5C5C5B"/>
                </a:solidFill>
                <a:latin typeface="Arial" panose="020B0604020202020204" pitchFamily="34" charset="0"/>
              </a:rPr>
              <a:t>그러나 공격은 성공했지만 </a:t>
            </a:r>
            <a:r>
              <a:rPr lang="en-US" altLang="ko-KR" dirty="0">
                <a:solidFill>
                  <a:srgbClr val="5C5C5B"/>
                </a:solidFill>
                <a:latin typeface="Arial" panose="020B0604020202020204" pitchFamily="34" charset="0"/>
              </a:rPr>
              <a:t>response</a:t>
            </a:r>
            <a:r>
              <a:rPr lang="ko-KR" altLang="en-US" dirty="0">
                <a:solidFill>
                  <a:srgbClr val="5C5C5B"/>
                </a:solidFill>
                <a:latin typeface="Arial" panose="020B0604020202020204" pitchFamily="34" charset="0"/>
              </a:rPr>
              <a:t>가 오지 않는 경우는</a:t>
            </a:r>
            <a:r>
              <a:rPr lang="en-US" altLang="ko-KR" dirty="0">
                <a:solidFill>
                  <a:srgbClr val="5C5C5B"/>
                </a:solidFill>
                <a:latin typeface="Arial" panose="020B0604020202020204" pitchFamily="34" charset="0"/>
              </a:rPr>
              <a:t>?</a:t>
            </a:r>
          </a:p>
          <a:p>
            <a:pPr lvl="3"/>
            <a:r>
              <a:rPr lang="ko-KR" altLang="en-US" dirty="0">
                <a:solidFill>
                  <a:srgbClr val="5C5C5B"/>
                </a:solidFill>
                <a:latin typeface="Arial" panose="020B0604020202020204" pitchFamily="34" charset="0"/>
              </a:rPr>
              <a:t>외부 시스템과 상호 작용하는 </a:t>
            </a:r>
            <a:r>
              <a:rPr lang="en-US" altLang="ko-KR" dirty="0">
                <a:solidFill>
                  <a:srgbClr val="5C5C5B"/>
                </a:solidFill>
                <a:latin typeface="Arial" panose="020B0604020202020204" pitchFamily="34" charset="0"/>
              </a:rPr>
              <a:t>payload</a:t>
            </a:r>
            <a:r>
              <a:rPr lang="ko-KR" altLang="en-US" dirty="0">
                <a:solidFill>
                  <a:srgbClr val="5C5C5B"/>
                </a:solidFill>
                <a:latin typeface="Arial" panose="020B0604020202020204" pitchFamily="34" charset="0"/>
              </a:rPr>
              <a:t>를 작성하면 됨</a:t>
            </a:r>
            <a:r>
              <a:rPr lang="en-US" altLang="ko-KR" dirty="0">
                <a:solidFill>
                  <a:srgbClr val="5C5C5B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D8AA6A-D212-483D-8D0A-117F74EB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32868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04C0EC-A294-46B2-B0FB-6CB43212D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Command injection – </a:t>
            </a:r>
            <a:r>
              <a:rPr lang="ko-KR" altLang="en-US" dirty="0"/>
              <a:t>대응 방안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0F1192-17DA-41A5-87BB-FD279B99F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가장 좋은 방법은 </a:t>
            </a:r>
            <a:r>
              <a:rPr lang="en-US" altLang="ko-KR" dirty="0"/>
              <a:t>application</a:t>
            </a:r>
            <a:r>
              <a:rPr lang="ko-KR" altLang="en-US" dirty="0"/>
              <a:t>에서 </a:t>
            </a:r>
            <a:r>
              <a:rPr lang="en-US" altLang="ko-KR" dirty="0"/>
              <a:t>OS </a:t>
            </a:r>
            <a:r>
              <a:rPr lang="ko-KR" altLang="en-US" dirty="0"/>
              <a:t>명령을 호출하지 않는 것</a:t>
            </a:r>
            <a:endParaRPr lang="en-US" altLang="ko-KR" dirty="0"/>
          </a:p>
          <a:p>
            <a:pPr lvl="1"/>
            <a:r>
              <a:rPr lang="ko-KR" altLang="en-US" dirty="0"/>
              <a:t>대부분 플랫폼 </a:t>
            </a:r>
            <a:r>
              <a:rPr lang="en-US" altLang="ko-KR" dirty="0"/>
              <a:t>API</a:t>
            </a:r>
            <a:r>
              <a:rPr lang="ko-KR" altLang="en-US" dirty="0"/>
              <a:t>들을 이용해 필요한 기능을 구현할 수 있음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OS </a:t>
            </a:r>
            <a:r>
              <a:rPr lang="ko-KR" altLang="en-US" dirty="0"/>
              <a:t>명령을 </a:t>
            </a:r>
            <a:r>
              <a:rPr lang="ko-KR" altLang="en-US" dirty="0" err="1"/>
              <a:t>호출해야할</a:t>
            </a:r>
            <a:r>
              <a:rPr lang="ko-KR" altLang="en-US" dirty="0"/>
              <a:t> 경우</a:t>
            </a:r>
            <a:r>
              <a:rPr lang="en-US" altLang="ko-KR" dirty="0"/>
              <a:t>, </a:t>
            </a:r>
            <a:r>
              <a:rPr lang="ko-KR" altLang="en-US" dirty="0"/>
              <a:t>강력한 유효성 검사를 해야함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화이트리스트로 검증</a:t>
            </a:r>
            <a:endParaRPr lang="en-US" altLang="ko-KR" dirty="0"/>
          </a:p>
          <a:p>
            <a:pPr lvl="1"/>
            <a:r>
              <a:rPr lang="ko-KR" altLang="en-US" dirty="0"/>
              <a:t>입력이 숫자인지 아닌지 확인</a:t>
            </a:r>
            <a:endParaRPr lang="en-US" altLang="ko-KR" dirty="0"/>
          </a:p>
          <a:p>
            <a:pPr lvl="1"/>
            <a:r>
              <a:rPr lang="ko-KR" altLang="en-US" dirty="0"/>
              <a:t>다른 구문이나 공백은 없는지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2B4C0E-F5A4-4338-BA74-C43A8927A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11922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921F7-AC0E-4076-B33F-253833FB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QnA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0AF8D-523A-414F-8947-0DB0889BD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lhm1024@korea.ac.kr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FF4F4A-187C-4A91-B978-925A8F48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99564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C898E-9740-48D8-9273-0B3EB152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Inclusion Vulnerability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7B514E-E947-497C-AB96-4CE5E75A7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Include 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navigation.html </a:t>
            </a:r>
            <a:r>
              <a:rPr lang="ko-KR" altLang="en-US" dirty="0"/>
              <a:t>하나의 파일이 있다고 가정</a:t>
            </a:r>
            <a:r>
              <a:rPr lang="en-US" altLang="ko-KR" dirty="0"/>
              <a:t>!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index.php</a:t>
            </a:r>
            <a:r>
              <a:rPr lang="en-US" altLang="ko-KR" dirty="0"/>
              <a:t>, </a:t>
            </a:r>
            <a:r>
              <a:rPr lang="en-US" altLang="ko-KR" dirty="0" err="1"/>
              <a:t>test.php</a:t>
            </a:r>
            <a:r>
              <a:rPr lang="en-US" altLang="ko-KR" dirty="0"/>
              <a:t>, </a:t>
            </a:r>
            <a:r>
              <a:rPr lang="en-US" altLang="ko-KR" dirty="0" err="1"/>
              <a:t>login.php</a:t>
            </a:r>
            <a:r>
              <a:rPr lang="en-US" altLang="ko-KR" dirty="0"/>
              <a:t> </a:t>
            </a:r>
            <a:r>
              <a:rPr lang="ko-KR" altLang="en-US" dirty="0"/>
              <a:t>등 에서 사용되는 공통적인 부분을</a:t>
            </a:r>
            <a:r>
              <a:rPr lang="en-US" altLang="ko-KR" dirty="0"/>
              <a:t>, </a:t>
            </a:r>
            <a:r>
              <a:rPr lang="ko-KR" altLang="en-US" dirty="0"/>
              <a:t>하나하나 넣고</a:t>
            </a:r>
            <a:r>
              <a:rPr lang="en-US" altLang="ko-KR" dirty="0"/>
              <a:t> </a:t>
            </a:r>
            <a:r>
              <a:rPr lang="ko-KR" altLang="en-US" dirty="0"/>
              <a:t>수정하기 힘들겠죠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Include</a:t>
            </a:r>
            <a:r>
              <a:rPr lang="ko-KR" altLang="en-US" dirty="0"/>
              <a:t>를 사용하여</a:t>
            </a:r>
            <a:r>
              <a:rPr lang="en-US" altLang="ko-KR" dirty="0"/>
              <a:t>, </a:t>
            </a:r>
            <a:r>
              <a:rPr lang="en-US" altLang="ko-KR" dirty="0" err="1"/>
              <a:t>index.php</a:t>
            </a:r>
            <a:r>
              <a:rPr lang="en-US" altLang="ko-KR" dirty="0"/>
              <a:t>, </a:t>
            </a:r>
            <a:r>
              <a:rPr lang="en-US" altLang="ko-KR" dirty="0" err="1"/>
              <a:t>test.php</a:t>
            </a:r>
            <a:r>
              <a:rPr lang="en-US" altLang="ko-KR" dirty="0"/>
              <a:t>, </a:t>
            </a:r>
            <a:r>
              <a:rPr lang="en-US" altLang="ko-KR" dirty="0" err="1"/>
              <a:t>login.php</a:t>
            </a:r>
            <a:r>
              <a:rPr lang="en-US" altLang="ko-KR" dirty="0"/>
              <a:t> </a:t>
            </a:r>
            <a:r>
              <a:rPr lang="ko-KR" altLang="en-US" dirty="0"/>
              <a:t>등에서 </a:t>
            </a:r>
            <a:r>
              <a:rPr lang="en-US" altLang="ko-KR" dirty="0"/>
              <a:t>navigation.html</a:t>
            </a:r>
            <a:r>
              <a:rPr lang="ko-KR" altLang="en-US" dirty="0"/>
              <a:t>을 삽입할 수 있습니다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수정도 </a:t>
            </a:r>
            <a:r>
              <a:rPr lang="en-US" altLang="ko-KR" dirty="0"/>
              <a:t>navigation.html </a:t>
            </a:r>
            <a:r>
              <a:rPr lang="ko-KR" altLang="en-US" dirty="0"/>
              <a:t>만 하면 되겠죠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B86AD7-681F-4AD8-AF0D-2AC4B728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C67D057-4B04-4844-91EF-71EDFBB40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033" y="4248706"/>
            <a:ext cx="3687504" cy="15823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44786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89BC4-3E36-4FF6-BA8E-AD9EC867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Inclusion Vulnerability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D697E-F6AA-4921-8C55-F4E7B4E6C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페이지를 렌더링 할 때 웹 페이지에 동적으로 포함되는 </a:t>
            </a:r>
            <a:r>
              <a:rPr lang="en-US" altLang="ko-KR" dirty="0"/>
              <a:t>Include </a:t>
            </a:r>
            <a:r>
              <a:rPr lang="ko-KR" altLang="en-US" dirty="0"/>
              <a:t>파일을 사용하면</a:t>
            </a:r>
            <a:r>
              <a:rPr lang="en-US" altLang="ko-KR" dirty="0"/>
              <a:t>, </a:t>
            </a:r>
            <a:r>
              <a:rPr lang="ko-KR" altLang="en-US" dirty="0"/>
              <a:t>한 콘텐츠를 사이트의 여러 페이지에 쉽게 포함시킬 수 있는데</a:t>
            </a:r>
            <a:r>
              <a:rPr lang="en-US" altLang="ko-KR" dirty="0"/>
              <a:t>, </a:t>
            </a:r>
            <a:r>
              <a:rPr lang="ko-KR" altLang="en-US" dirty="0"/>
              <a:t>이를 악용하는 취약점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Include $_GET[‘file’]’</a:t>
            </a:r>
          </a:p>
          <a:p>
            <a:endParaRPr lang="en-US" altLang="ko-KR" dirty="0"/>
          </a:p>
          <a:p>
            <a:r>
              <a:rPr lang="ko-KR" altLang="en-US" dirty="0"/>
              <a:t>만약 </a:t>
            </a:r>
            <a:r>
              <a:rPr lang="en-US" altLang="ko-KR" dirty="0"/>
              <a:t>file </a:t>
            </a:r>
            <a:r>
              <a:rPr lang="ko-KR" altLang="en-US" dirty="0"/>
              <a:t>파라미터에 </a:t>
            </a:r>
            <a:r>
              <a:rPr lang="en-US" altLang="ko-KR" b="1" dirty="0"/>
              <a:t>../../../../../</a:t>
            </a:r>
            <a:r>
              <a:rPr lang="en-US" altLang="ko-KR" b="1" dirty="0" err="1"/>
              <a:t>etc</a:t>
            </a:r>
            <a:r>
              <a:rPr lang="en-US" altLang="ko-KR" b="1" dirty="0"/>
              <a:t>/passwd </a:t>
            </a:r>
            <a:r>
              <a:rPr lang="ko-KR" altLang="en-US" dirty="0"/>
              <a:t>값이 주어지면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php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로 만들어진 웹 사이트에서 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include, require, </a:t>
            </a:r>
            <a:r>
              <a:rPr lang="en-US" altLang="ko-KR" b="0" i="0" dirty="0" err="1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require_once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, </a:t>
            </a:r>
            <a:r>
              <a:rPr lang="en-US" altLang="ko-KR" b="0" i="0" dirty="0" err="1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file_get_contents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, </a:t>
            </a:r>
            <a:r>
              <a:rPr lang="en-US" altLang="ko-KR" b="0" i="0" dirty="0" err="1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fopen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 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등 의 함수를 사용했을 때 발생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51DA22-2E1C-4BBA-951B-D18F4CD8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0370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89BC4-3E36-4FF6-BA8E-AD9EC867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Inclusion Vulnerability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D697E-F6AA-4921-8C55-F4E7B4E6C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해킹 시나리오 </a:t>
            </a:r>
            <a:r>
              <a:rPr lang="en-US" altLang="ko-KR" dirty="0"/>
              <a:t>#1</a:t>
            </a:r>
          </a:p>
          <a:p>
            <a:pPr lvl="1"/>
            <a:r>
              <a:rPr lang="en-US" altLang="ko-KR" dirty="0"/>
              <a:t>1. File Inclusion </a:t>
            </a:r>
            <a:r>
              <a:rPr lang="ko-KR" altLang="en-US" dirty="0"/>
              <a:t>취약점 발견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첨부파일에 </a:t>
            </a:r>
            <a:r>
              <a:rPr lang="ko-KR" altLang="en-US" dirty="0" err="1"/>
              <a:t>웹쉘을</a:t>
            </a:r>
            <a:r>
              <a:rPr lang="ko-KR" altLang="en-US" dirty="0"/>
              <a:t> </a:t>
            </a:r>
            <a:r>
              <a:rPr lang="en-US" altLang="ko-KR" dirty="0"/>
              <a:t>jpg </a:t>
            </a:r>
            <a:r>
              <a:rPr lang="ko-KR" altLang="en-US" dirty="0"/>
              <a:t>확장자로 업로드</a:t>
            </a:r>
            <a:endParaRPr lang="en-US" altLang="ko-KR" dirty="0"/>
          </a:p>
          <a:p>
            <a:pPr lvl="1"/>
            <a:r>
              <a:rPr lang="en-US" altLang="ko-KR" dirty="0"/>
              <a:t>3. File Inclusion </a:t>
            </a:r>
            <a:r>
              <a:rPr lang="ko-KR" altLang="en-US" dirty="0"/>
              <a:t>취약점을 이용해 </a:t>
            </a:r>
            <a:r>
              <a:rPr lang="ko-KR" altLang="en-US" dirty="0" err="1"/>
              <a:t>웹쉘</a:t>
            </a:r>
            <a:r>
              <a:rPr lang="ko-KR" altLang="en-US" dirty="0"/>
              <a:t> 실행</a:t>
            </a:r>
            <a:endParaRPr lang="en-US" altLang="ko-KR" dirty="0"/>
          </a:p>
          <a:p>
            <a:pPr lvl="1"/>
            <a:r>
              <a:rPr lang="en-US" altLang="ko-KR" dirty="0"/>
              <a:t>4. </a:t>
            </a:r>
            <a:r>
              <a:rPr lang="ko-KR" altLang="en-US" dirty="0" err="1"/>
              <a:t>웹쉘을</a:t>
            </a:r>
            <a:r>
              <a:rPr lang="ko-KR" altLang="en-US" dirty="0"/>
              <a:t> 이용한 서버 장악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>
                <a:solidFill>
                  <a:srgbClr val="666666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w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ww.site.comindex.php?page=../../../../../../../../</a:t>
            </a:r>
            <a:r>
              <a:rPr lang="en-US" altLang="ko-KR" b="0" i="0" dirty="0" err="1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etc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/passwd/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51DA22-2E1C-4BBA-951B-D18F4CD8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06230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89BC4-3E36-4FF6-BA8E-AD9EC867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Inclusion Vulnerability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D697E-F6AA-4921-8C55-F4E7B4E6C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해킹 시나리오 </a:t>
            </a:r>
            <a:r>
              <a:rPr lang="en-US" altLang="ko-KR" dirty="0"/>
              <a:t>#2</a:t>
            </a:r>
          </a:p>
          <a:p>
            <a:pPr lvl="1"/>
            <a:r>
              <a:rPr lang="en-US" altLang="ko-KR" dirty="0"/>
              <a:t>1. File Inclusion </a:t>
            </a:r>
            <a:r>
              <a:rPr lang="ko-KR" altLang="en-US" dirty="0"/>
              <a:t>취약점 발견</a:t>
            </a:r>
            <a:endParaRPr lang="en-US" altLang="ko-KR" dirty="0"/>
          </a:p>
          <a:p>
            <a:pPr lvl="1"/>
            <a:r>
              <a:rPr lang="en-US" altLang="ko-KR" dirty="0"/>
              <a:t>2. php wrapper</a:t>
            </a:r>
            <a:r>
              <a:rPr lang="ko-KR" altLang="en-US" dirty="0"/>
              <a:t>를 이용하여 소스코드 유출</a:t>
            </a:r>
            <a:endParaRPr lang="en-US" altLang="ko-KR" dirty="0"/>
          </a:p>
          <a:p>
            <a:pPr lvl="2"/>
            <a:r>
              <a:rPr lang="en-US" altLang="ko-KR" dirty="0"/>
              <a:t>wrapper?</a:t>
            </a:r>
          </a:p>
          <a:p>
            <a:pPr lvl="3"/>
            <a:r>
              <a:rPr lang="ko-KR" altLang="en-US" dirty="0"/>
              <a:t>실제</a:t>
            </a:r>
            <a:r>
              <a:rPr lang="en-US" altLang="ko-KR" dirty="0"/>
              <a:t> </a:t>
            </a:r>
            <a:r>
              <a:rPr lang="ko-KR" altLang="en-US" dirty="0"/>
              <a:t>데이터 앞에서 어떤 틀을 잡아 주는 데이터 또는 다른 프로그램이 성공적으로 실행되도록 설정하는 프로그램</a:t>
            </a:r>
            <a:endParaRPr lang="en-US" altLang="ko-KR" dirty="0"/>
          </a:p>
          <a:p>
            <a:pPr lvl="3"/>
            <a:r>
              <a:rPr lang="ko-KR" altLang="en-US" dirty="0"/>
              <a:t>특정 프로토콜</a:t>
            </a:r>
            <a:r>
              <a:rPr lang="en-US" altLang="ko-KR" dirty="0"/>
              <a:t>/</a:t>
            </a:r>
            <a:r>
              <a:rPr lang="ko-KR" altLang="en-US" dirty="0"/>
              <a:t>인코딩을 처리하는 방법을 알려주는 추가 코드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51DA22-2E1C-4BBA-951B-D18F4CD8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40746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315EE-3E59-436E-A92E-ED9B4B0FC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Inclusion Vulnerability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20D10B-273C-41FC-B5D6-61723033D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expect://</a:t>
            </a:r>
          </a:p>
          <a:p>
            <a:pPr lvl="1"/>
            <a:r>
              <a:rPr lang="en-US" altLang="ko-KR" dirty="0">
                <a:solidFill>
                  <a:srgbClr val="666666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System command</a:t>
            </a:r>
            <a:r>
              <a:rPr lang="ko-KR" altLang="en-US" dirty="0">
                <a:solidFill>
                  <a:srgbClr val="666666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를 실행시켜 줌</a:t>
            </a:r>
            <a:endParaRPr lang="en-US" altLang="ko-KR" dirty="0">
              <a:solidFill>
                <a:srgbClr val="666666"/>
              </a:solidFill>
              <a:latin typeface="NanumGothic" panose="020D0604000000000000" pitchFamily="50" charset="-127"/>
              <a:ea typeface="NanumGothic" panose="020D0604000000000000" pitchFamily="50" charset="-127"/>
            </a:endParaRPr>
          </a:p>
          <a:p>
            <a:pPr lvl="1"/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  <a:hlinkClick r:id="rId2"/>
              </a:rPr>
              <a:t>www.site.com/index.php?page=expect://ls</a:t>
            </a:r>
            <a:endParaRPr lang="en-US" altLang="ko-KR" dirty="0">
              <a:solidFill>
                <a:srgbClr val="666666"/>
              </a:solidFill>
              <a:latin typeface="NanumGothic" panose="020D0604000000000000" pitchFamily="50" charset="-127"/>
              <a:ea typeface="NanumGothic" panose="020D0604000000000000" pitchFamily="50" charset="-127"/>
            </a:endParaRPr>
          </a:p>
          <a:p>
            <a:r>
              <a:rPr lang="en-US" altLang="ko-KR" dirty="0">
                <a:solidFill>
                  <a:srgbClr val="666666"/>
                </a:solidFill>
                <a:latin typeface="NanumGothic" panose="020D0604000000000000" pitchFamily="50" charset="-127"/>
                <a:ea typeface="NanumGothic" panose="020D0604000000000000" pitchFamily="50" charset="-127"/>
              </a:rPr>
              <a:t>php://filter</a:t>
            </a:r>
          </a:p>
          <a:p>
            <a:pPr lvl="1"/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php://filer wrapper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는 다양한 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I/O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스트림을 다루는데 사용하는 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wrapper</a:t>
            </a:r>
          </a:p>
          <a:p>
            <a:pPr lvl="1"/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encode/decode 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옵션을 사용하여 서버 안에 존재하는 문서들을 열람</a:t>
            </a:r>
            <a:endParaRPr lang="en-US" altLang="ko-KR" dirty="0">
              <a:solidFill>
                <a:srgbClr val="666666"/>
              </a:solidFill>
              <a:latin typeface="NanumGothic" panose="020D0604000000000000" pitchFamily="50" charset="-127"/>
              <a:ea typeface="NanumGothic" panose="020D0604000000000000" pitchFamily="50" charset="-127"/>
            </a:endParaRPr>
          </a:p>
          <a:p>
            <a:pPr lvl="1"/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www.site.com/index.php?page=</a:t>
            </a:r>
            <a:r>
              <a:rPr lang="en-US" altLang="ko-KR" b="1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php://filter/convert.base64-encode/resource=/etc/passwd</a:t>
            </a:r>
            <a:endParaRPr lang="en-US" altLang="ko-KR" b="1" dirty="0">
              <a:solidFill>
                <a:srgbClr val="666666"/>
              </a:solidFill>
              <a:latin typeface="NanumGothic" panose="020D0604000000000000" pitchFamily="50" charset="-127"/>
              <a:ea typeface="NanumGothic" panose="020D0604000000000000" pitchFamily="50" charset="-127"/>
            </a:endParaRPr>
          </a:p>
          <a:p>
            <a:r>
              <a:rPr lang="en-US" altLang="ko-KR" dirty="0"/>
              <a:t>zip://</a:t>
            </a:r>
          </a:p>
          <a:p>
            <a:pPr lvl="1"/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zip:// wrapper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는 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zip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파일의 압축을 풀고 압축을 푼 파일안에 있는 코드를 실행시켜 주는 기능</a:t>
            </a:r>
            <a:endParaRPr lang="en-US" altLang="ko-KR" b="0" i="0" dirty="0">
              <a:solidFill>
                <a:srgbClr val="666666"/>
              </a:solidFill>
              <a:effectLst/>
              <a:latin typeface="NanumGothic" panose="020D0604000000000000" pitchFamily="50" charset="-127"/>
              <a:ea typeface="NanumGothic" panose="020D0604000000000000" pitchFamily="50" charset="-127"/>
            </a:endParaRPr>
          </a:p>
          <a:p>
            <a:pPr lvl="1"/>
            <a:r>
              <a:rPr lang="en-US" altLang="ko-KR" b="0" i="0" dirty="0">
                <a:solidFill>
                  <a:srgbClr val="666666"/>
                </a:solidFill>
                <a:effectLst/>
                <a:latin typeface="NanumGothic" panose="020D0604000000000000" pitchFamily="50" charset="-127"/>
                <a:ea typeface="NanumGothic" panose="020D0604000000000000" pitchFamily="50" charset="-127"/>
              </a:rPr>
              <a:t>www.site.com/index.php?page=zip://file.zip#shell.php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2A7F6D-0124-4250-9572-0C8C50DD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61318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13F9E-2584-42D2-A501-DC999FD3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Inclusion Vulnerability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65CEE9-F5E2-4565-9702-40DAA6B87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https://dreamhack.io/wargame/challenges/46/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EF23E0-2017-48E1-BFAA-981CF38A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75725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79D7D-58D0-4DAF-A5D3-85D1C03F5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Inclusion Vulnerability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C91183-926F-46AD-AEDE-C97EB4026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LFI</a:t>
            </a:r>
          </a:p>
          <a:p>
            <a:pPr lvl="1"/>
            <a:r>
              <a:rPr lang="en-US" altLang="ko-KR" dirty="0"/>
              <a:t>Local</a:t>
            </a:r>
            <a:r>
              <a:rPr lang="ko-KR" altLang="en-US" dirty="0"/>
              <a:t> </a:t>
            </a:r>
            <a:r>
              <a:rPr lang="en-US" altLang="ko-KR" dirty="0"/>
              <a:t>File</a:t>
            </a:r>
            <a:r>
              <a:rPr lang="ko-KR" altLang="en-US" dirty="0"/>
              <a:t> </a:t>
            </a:r>
            <a:r>
              <a:rPr lang="en-US" altLang="ko-KR" dirty="0"/>
              <a:t>Inclusion</a:t>
            </a:r>
          </a:p>
          <a:p>
            <a:r>
              <a:rPr lang="en-US" altLang="ko-KR" dirty="0"/>
              <a:t>RFI</a:t>
            </a:r>
          </a:p>
          <a:p>
            <a:pPr lvl="1"/>
            <a:r>
              <a:rPr lang="en-US" altLang="ko-KR" dirty="0"/>
              <a:t>Remote File Inclusion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BA7025-BD9A-414F-963E-261881E8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60895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A5AA57-A651-4734-BA96-A1005847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LFI to RCE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17960A-B951-46E4-824B-443CA4B13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LFI</a:t>
            </a:r>
            <a:r>
              <a:rPr lang="ko-KR" altLang="en-US" dirty="0"/>
              <a:t>로 원격 코드 실행</a:t>
            </a:r>
            <a:endParaRPr lang="en-US" altLang="ko-KR" dirty="0"/>
          </a:p>
          <a:p>
            <a:pPr lvl="1"/>
            <a:r>
              <a:rPr lang="ko-KR" altLang="en-US" dirty="0"/>
              <a:t>임의 파일을 업로드 할 수 있다면</a:t>
            </a:r>
            <a:r>
              <a:rPr lang="en-US" altLang="ko-KR" dirty="0"/>
              <a:t>, </a:t>
            </a:r>
            <a:r>
              <a:rPr lang="ko-KR" altLang="en-US" dirty="0" err="1"/>
              <a:t>웹쉘을</a:t>
            </a:r>
            <a:r>
              <a:rPr lang="ko-KR" altLang="en-US" dirty="0"/>
              <a:t> 업로드한 후 </a:t>
            </a:r>
            <a:r>
              <a:rPr lang="en-US" altLang="ko-KR" dirty="0"/>
              <a:t>include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임의 파일을 업로드 할 수 없다면</a:t>
            </a:r>
            <a:r>
              <a:rPr lang="en-US" altLang="ko-KR" dirty="0"/>
              <a:t>, data://text/plain:base64, ~~ </a:t>
            </a:r>
            <a:r>
              <a:rPr lang="ko-KR" altLang="en-US" dirty="0"/>
              <a:t>를 이용해서 공격 가능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1D6187-3F08-40FD-BC2B-2C4FB746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91997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89BC4-3E36-4FF6-BA8E-AD9EC867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download Vulnerability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D697E-F6AA-4921-8C55-F4E7B4E6C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사용자가 업로드한 파일을 다른 사용자와 공유하기 위한 다운로드 기능이 존재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파일 다운로드 기능을 구현하는 방법은 다양하지만</a:t>
            </a:r>
            <a:r>
              <a:rPr lang="en-US" altLang="ko-KR" dirty="0"/>
              <a:t>, </a:t>
            </a:r>
            <a:r>
              <a:rPr lang="ko-KR" altLang="en-US" dirty="0"/>
              <a:t>취약점이 발생하는 흔한 형태는 사용자가 입력한 파일이름을 검증하지 않고 다운로드를 제공하는 행위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51DA22-2E1C-4BBA-951B-D18F4CD8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48270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89BC4-3E36-4FF6-BA8E-AD9EC867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download Vulnerability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D697E-F6AA-4921-8C55-F4E7B4E6C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@app.route("/download")</a:t>
            </a:r>
          </a:p>
          <a:p>
            <a:pPr marL="0" indent="0">
              <a:buNone/>
            </a:pPr>
            <a:r>
              <a:rPr lang="en-US" altLang="ko-KR" b="1" dirty="0"/>
              <a:t>def download():</a:t>
            </a:r>
          </a:p>
          <a:p>
            <a:pPr marL="0" indent="0">
              <a:buNone/>
            </a:pPr>
            <a:r>
              <a:rPr lang="en-US" altLang="ko-KR" b="1" dirty="0"/>
              <a:t>    filename = </a:t>
            </a:r>
            <a:r>
              <a:rPr lang="en-US" altLang="ko-KR" b="1" dirty="0" err="1"/>
              <a:t>request.args.get</a:t>
            </a:r>
            <a:r>
              <a:rPr lang="en-US" altLang="ko-KR" b="1" dirty="0"/>
              <a:t>("filename", "")</a:t>
            </a:r>
          </a:p>
          <a:p>
            <a:pPr marL="0" indent="0">
              <a:buNone/>
            </a:pPr>
            <a:r>
              <a:rPr lang="en-US" altLang="ko-KR" b="1" dirty="0"/>
              <a:t>    return open("uploads/" + filename, "</a:t>
            </a:r>
            <a:r>
              <a:rPr lang="en-US" altLang="ko-KR" b="1" dirty="0" err="1"/>
              <a:t>rb</a:t>
            </a:r>
            <a:r>
              <a:rPr lang="en-US" altLang="ko-KR" b="1" dirty="0"/>
              <a:t>").read()</a:t>
            </a:r>
          </a:p>
          <a:p>
            <a:endParaRPr lang="en-US" altLang="ko-KR" dirty="0"/>
          </a:p>
          <a:p>
            <a:r>
              <a:rPr lang="en-US" altLang="ko-KR" b="0" i="0" dirty="0">
                <a:solidFill>
                  <a:srgbClr val="FA7878"/>
                </a:solidFill>
                <a:effectLst/>
                <a:latin typeface="SFMono-Regular"/>
              </a:rPr>
              <a:t>http://site.com/</a:t>
            </a:r>
            <a:r>
              <a:rPr lang="en-US" altLang="ko-KR" b="0" i="0" dirty="0" err="1">
                <a:solidFill>
                  <a:srgbClr val="FA7878"/>
                </a:solidFill>
                <a:effectLst/>
                <a:latin typeface="SFMono-Regular"/>
              </a:rPr>
              <a:t>download?filename</a:t>
            </a:r>
            <a:r>
              <a:rPr lang="en-US" altLang="ko-KR" b="0" i="0" dirty="0">
                <a:solidFill>
                  <a:srgbClr val="FA7878"/>
                </a:solidFill>
                <a:effectLst/>
                <a:latin typeface="SFMono-Regular"/>
              </a:rPr>
              <a:t>=../../../../</a:t>
            </a:r>
            <a:r>
              <a:rPr lang="en-US" altLang="ko-KR" b="0" i="0" dirty="0" err="1">
                <a:solidFill>
                  <a:srgbClr val="FA7878"/>
                </a:solidFill>
                <a:effectLst/>
                <a:latin typeface="SFMono-Regular"/>
              </a:rPr>
              <a:t>etc</a:t>
            </a:r>
            <a:r>
              <a:rPr lang="en-US" altLang="ko-KR" b="0" i="0" dirty="0">
                <a:solidFill>
                  <a:srgbClr val="FA7878"/>
                </a:solidFill>
                <a:effectLst/>
                <a:latin typeface="SFMono-Regular"/>
              </a:rPr>
              <a:t>/passwd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51DA22-2E1C-4BBA-951B-D18F4CD8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9768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89BC4-3E36-4FF6-BA8E-AD9EC867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download Vulnerability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D697E-F6AA-4921-8C55-F4E7B4E6C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https://dreamhack.io/wargame/challenges/37/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51DA22-2E1C-4BBA-951B-D18F4CD8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139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89BC4-3E36-4FF6-BA8E-AD9EC867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upload Vulnerability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D697E-F6AA-4921-8C55-F4E7B4E6C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웹</a:t>
            </a:r>
            <a:r>
              <a:rPr lang="en-US" altLang="ko-KR" dirty="0"/>
              <a:t> </a:t>
            </a:r>
            <a:r>
              <a:rPr lang="ko-KR" altLang="en-US" dirty="0"/>
              <a:t>서비스를 통해 파일을 서버에 업로드하는 기능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사용자의 사진</a:t>
            </a:r>
            <a:r>
              <a:rPr lang="en-US" altLang="ko-KR" dirty="0"/>
              <a:t>, </a:t>
            </a:r>
            <a:r>
              <a:rPr lang="ko-KR" altLang="en-US" dirty="0" err="1"/>
              <a:t>문서등을</a:t>
            </a:r>
            <a:r>
              <a:rPr lang="ko-KR" altLang="en-US" dirty="0"/>
              <a:t> 업로드하여 공유하는 것이 목적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파일 업로드 시</a:t>
            </a:r>
            <a:r>
              <a:rPr lang="en-US" altLang="ko-KR" dirty="0"/>
              <a:t>, </a:t>
            </a:r>
            <a:r>
              <a:rPr lang="ko-KR" altLang="en-US" dirty="0"/>
              <a:t>파일의 내용과 이름을 서버로 전송한다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이때 서버에서 아무런 검증이 없다면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서버의 파일 시스템에 원하는 파일을 저장할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51DA22-2E1C-4BBA-951B-D18F4CD8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22409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D5B15-DE71-4BB3-A15C-BD8978E8D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upload Vulnerability</a:t>
            </a:r>
            <a:endParaRPr lang="ko-KR" altLang="en-US" dirty="0"/>
          </a:p>
        </p:txBody>
      </p:sp>
      <p:pic>
        <p:nvPicPr>
          <p:cNvPr id="8" name="내용 개체 틀 7" descr="텍스트이(가) 표시된 사진&#10;&#10;자동 생성된 설명">
            <a:extLst>
              <a:ext uri="{FF2B5EF4-FFF2-40B4-BE49-F238E27FC236}">
                <a16:creationId xmlns:a16="http://schemas.microsoft.com/office/drawing/2014/main" id="{A8F63DC3-B3B3-4A78-B588-A07CD7E04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8920" y="2209576"/>
            <a:ext cx="7954485" cy="3219899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775475-8AE4-490D-B6E8-9B96400BD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31151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7C698-6DAA-4CCD-88A1-84D9D5BA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upload Vulnerability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613886-24AB-455D-BE53-9A128DC45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php, </a:t>
            </a:r>
            <a:r>
              <a:rPr lang="en-US" altLang="ko-KR" dirty="0" err="1"/>
              <a:t>jsp</a:t>
            </a:r>
            <a:r>
              <a:rPr lang="en-US" altLang="ko-KR" dirty="0"/>
              <a:t>, asp </a:t>
            </a:r>
            <a:r>
              <a:rPr lang="ko-KR" altLang="en-US" dirty="0"/>
              <a:t>등과 같이 </a:t>
            </a:r>
            <a:r>
              <a:rPr lang="en-US" altLang="ko-KR" dirty="0"/>
              <a:t>CGI(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Spoqa Han Sans Subset"/>
              </a:rPr>
              <a:t>Common Gateway Interface)</a:t>
            </a:r>
            <a:r>
              <a:rPr lang="ko-KR" altLang="en-US" dirty="0"/>
              <a:t>를 통해 서비스를 하는 형태에서는 확장자 파일을 경로에 업로드하여</a:t>
            </a:r>
            <a:r>
              <a:rPr lang="en-US" altLang="ko-KR" dirty="0"/>
              <a:t>, </a:t>
            </a:r>
            <a:r>
              <a:rPr lang="ko-KR" altLang="en-US" dirty="0"/>
              <a:t>임의의 기능을 동작하게 할 수 있음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아파치와 같은 엔진이 </a:t>
            </a:r>
            <a:r>
              <a:rPr lang="en-US" altLang="ko-KR" dirty="0"/>
              <a:t>.php </a:t>
            </a:r>
            <a:r>
              <a:rPr lang="ko-KR" altLang="en-US" dirty="0"/>
              <a:t>와 같이 </a:t>
            </a:r>
            <a:r>
              <a:rPr lang="en-US" altLang="ko-KR" dirty="0"/>
              <a:t>php</a:t>
            </a:r>
            <a:r>
              <a:rPr lang="ko-KR" altLang="en-US" dirty="0"/>
              <a:t>엔진을 사용하기로 했다면</a:t>
            </a:r>
            <a:r>
              <a:rPr lang="en-US" altLang="ko-KR" dirty="0"/>
              <a:t>, CGI</a:t>
            </a:r>
            <a:r>
              <a:rPr lang="ko-KR" altLang="en-US" dirty="0"/>
              <a:t>를 통해 </a:t>
            </a:r>
            <a:r>
              <a:rPr lang="en-US" altLang="ko-KR" dirty="0"/>
              <a:t>php </a:t>
            </a:r>
            <a:r>
              <a:rPr lang="ko-KR" altLang="en-US" dirty="0"/>
              <a:t>엔진이 처리 되도록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Web shell</a:t>
            </a:r>
            <a:r>
              <a:rPr lang="ko-KR" altLang="en-US" dirty="0"/>
              <a:t>을 실행시킬 수 있음</a:t>
            </a:r>
            <a:r>
              <a:rPr lang="en-US" altLang="ko-KR" dirty="0"/>
              <a:t>!!</a:t>
            </a:r>
          </a:p>
          <a:p>
            <a:endParaRPr lang="en-US" altLang="ko-KR" dirty="0"/>
          </a:p>
          <a:p>
            <a:r>
              <a:rPr lang="en-US" altLang="ko-KR" dirty="0"/>
              <a:t>.php </a:t>
            </a:r>
            <a:r>
              <a:rPr lang="ko-KR" altLang="en-US" dirty="0"/>
              <a:t>이외에도 </a:t>
            </a:r>
            <a:r>
              <a:rPr lang="en-US" altLang="ko-KR" dirty="0"/>
              <a:t>.php5,</a:t>
            </a:r>
            <a:r>
              <a:rPr lang="ko-KR" altLang="en-US" dirty="0"/>
              <a:t> </a:t>
            </a:r>
            <a:r>
              <a:rPr lang="en-US" altLang="ko-KR" dirty="0"/>
              <a:t>.</a:t>
            </a:r>
            <a:r>
              <a:rPr lang="en-US" altLang="ko-KR" dirty="0" err="1"/>
              <a:t>phtml</a:t>
            </a:r>
            <a:r>
              <a:rPr lang="en-US" altLang="ko-KR" dirty="0"/>
              <a:t> </a:t>
            </a:r>
            <a:r>
              <a:rPr lang="ko-KR" altLang="en-US" dirty="0"/>
              <a:t>등 파일은 </a:t>
            </a:r>
            <a:r>
              <a:rPr lang="en-US" altLang="ko-KR" dirty="0"/>
              <a:t>php</a:t>
            </a:r>
            <a:r>
              <a:rPr lang="ko-KR" altLang="en-US" dirty="0"/>
              <a:t>에서 처리되도록 </a:t>
            </a:r>
            <a:r>
              <a:rPr lang="ko-KR" altLang="en-US" dirty="0" err="1"/>
              <a:t>핸들링함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(Flask, Django, Node.js </a:t>
            </a:r>
            <a:r>
              <a:rPr lang="ko-KR" altLang="en-US" dirty="0"/>
              <a:t>등은 통합된 프레임워크여서 미리 라우팅 된 경로만 접근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F59367-F4B6-43C6-9D85-27892734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56201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5298A-805C-45C7-B99D-FEC9C7603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upload Vulnerability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47F558-0381-434D-941E-5231DFD92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Web shell?</a:t>
            </a:r>
          </a:p>
          <a:p>
            <a:endParaRPr lang="en-US" altLang="ko-KR" dirty="0"/>
          </a:p>
          <a:p>
            <a:r>
              <a:rPr lang="en-US" altLang="ko-KR" dirty="0"/>
              <a:t>/var/www/html/ </a:t>
            </a:r>
            <a:r>
              <a:rPr lang="ko-KR" altLang="en-US" dirty="0"/>
              <a:t>에 임의의 </a:t>
            </a:r>
            <a:r>
              <a:rPr lang="en-US" altLang="ko-KR" dirty="0"/>
              <a:t>.php</a:t>
            </a:r>
            <a:r>
              <a:rPr lang="ko-KR" altLang="en-US" dirty="0"/>
              <a:t> 파일을 업로드 할 수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B4FD63-4B2F-4BED-BA9F-82D67CFBE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968BBC1A-1021-481E-8AE6-B51385E2C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142" y="3429000"/>
            <a:ext cx="3353268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1516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31F97-28EE-4A91-B10D-BDEC61F59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upload Vulnerability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B1C375-D0AA-43C1-9430-F272C82D0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https://dreamhack.io/wargame/challenges/38/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2DEF49-5865-409A-B554-23CDA2C7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249527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2084</TotalTime>
  <Words>2303</Words>
  <Application>Microsoft Office PowerPoint</Application>
  <PresentationFormat>와이드스크린</PresentationFormat>
  <Paragraphs>412</Paragraphs>
  <Slides>64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65" baseType="lpstr">
      <vt:lpstr>추억</vt:lpstr>
      <vt:lpstr>Web Security 소수전공</vt:lpstr>
      <vt:lpstr>Today</vt:lpstr>
      <vt:lpstr>What is SOP?</vt:lpstr>
      <vt:lpstr>What is SOP?</vt:lpstr>
      <vt:lpstr>Why is the same-origin policy necessary?</vt:lpstr>
      <vt:lpstr>How is the same-origin policy implemented?</vt:lpstr>
      <vt:lpstr>How is the same-origin policy implemented?</vt:lpstr>
      <vt:lpstr>SOP</vt:lpstr>
      <vt:lpstr>Clickjacking</vt:lpstr>
      <vt:lpstr>Clickjacking</vt:lpstr>
      <vt:lpstr>Clickjacking</vt:lpstr>
      <vt:lpstr>Clickjacking</vt:lpstr>
      <vt:lpstr>Clickjacking</vt:lpstr>
      <vt:lpstr>Clickjacking</vt:lpstr>
      <vt:lpstr>How to prevent clickjacking attacks</vt:lpstr>
      <vt:lpstr>X-Frame-Options</vt:lpstr>
      <vt:lpstr>Content Security Policy</vt:lpstr>
      <vt:lpstr>Server-side attack</vt:lpstr>
      <vt:lpstr>Directory traversal</vt:lpstr>
      <vt:lpstr>Directory traversal</vt:lpstr>
      <vt:lpstr>Directory traversal 이란?</vt:lpstr>
      <vt:lpstr>Directory traversal 을 통한 file read</vt:lpstr>
      <vt:lpstr>Directory traversal 을 통한 file read</vt:lpstr>
      <vt:lpstr>Directory traversal</vt:lpstr>
      <vt:lpstr>Directory traversal</vt:lpstr>
      <vt:lpstr>Directory traversal</vt:lpstr>
      <vt:lpstr>Directory traversal – 장애물 우회</vt:lpstr>
      <vt:lpstr>Directory traversal – 장애물 우회</vt:lpstr>
      <vt:lpstr>Directory traversal – 장애물 우회</vt:lpstr>
      <vt:lpstr>Directory traversal – 장애물 우회</vt:lpstr>
      <vt:lpstr>Directory traversal – 장애물 우회</vt:lpstr>
      <vt:lpstr>Directory traversal – 장애물 우회</vt:lpstr>
      <vt:lpstr>Directory traversal – 장애물 우회</vt:lpstr>
      <vt:lpstr>Directory traversal – 장애물 우회</vt:lpstr>
      <vt:lpstr>Directory traversal – 대응 방안</vt:lpstr>
      <vt:lpstr>Command injection</vt:lpstr>
      <vt:lpstr>Command injection</vt:lpstr>
      <vt:lpstr>Command injection</vt:lpstr>
      <vt:lpstr>Command injection</vt:lpstr>
      <vt:lpstr>Command injection</vt:lpstr>
      <vt:lpstr>Useful commands</vt:lpstr>
      <vt:lpstr>Ways of injecting OS commands</vt:lpstr>
      <vt:lpstr>Ways of injecting OS commands</vt:lpstr>
      <vt:lpstr>Blind Command Injection</vt:lpstr>
      <vt:lpstr>Blind Command Injection</vt:lpstr>
      <vt:lpstr>Blind Command Injection</vt:lpstr>
      <vt:lpstr>Command injection – 대응 방안</vt:lpstr>
      <vt:lpstr>QnA</vt:lpstr>
      <vt:lpstr>File Inclusion Vulnerability</vt:lpstr>
      <vt:lpstr>File Inclusion Vulnerability</vt:lpstr>
      <vt:lpstr>File Inclusion Vulnerability</vt:lpstr>
      <vt:lpstr>File Inclusion Vulnerability</vt:lpstr>
      <vt:lpstr>File Inclusion Vulnerability</vt:lpstr>
      <vt:lpstr>File Inclusion Vulnerability</vt:lpstr>
      <vt:lpstr>File Inclusion Vulnerability</vt:lpstr>
      <vt:lpstr>LFI to RCE</vt:lpstr>
      <vt:lpstr>File download Vulnerability</vt:lpstr>
      <vt:lpstr>File download Vulnerability</vt:lpstr>
      <vt:lpstr>File download Vulnerability</vt:lpstr>
      <vt:lpstr>File upload Vulnerability</vt:lpstr>
      <vt:lpstr>File upload Vulnerability</vt:lpstr>
      <vt:lpstr>File upload Vulnerability</vt:lpstr>
      <vt:lpstr>File upload Vulnerability</vt:lpstr>
      <vt:lpstr>File upload Vulnerability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웹해킹 소수전공</dc:title>
  <dc:creator>lhm1024@korea.edu</dc:creator>
  <cp:lastModifiedBy>이효민[ 학부재학 / 사이버국방학과 ]</cp:lastModifiedBy>
  <cp:revision>10</cp:revision>
  <dcterms:created xsi:type="dcterms:W3CDTF">2021-06-24T06:49:54Z</dcterms:created>
  <dcterms:modified xsi:type="dcterms:W3CDTF">2022-12-30T01:00:17Z</dcterms:modified>
</cp:coreProperties>
</file>