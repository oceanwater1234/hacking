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sldIdLst>
    <p:sldId id="256" r:id="rId2"/>
    <p:sldId id="264" r:id="rId3"/>
    <p:sldId id="348" r:id="rId4"/>
    <p:sldId id="349" r:id="rId5"/>
    <p:sldId id="354" r:id="rId6"/>
    <p:sldId id="350" r:id="rId7"/>
    <p:sldId id="351" r:id="rId8"/>
    <p:sldId id="352" r:id="rId9"/>
    <p:sldId id="353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276" r:id="rId18"/>
    <p:sldId id="277" r:id="rId19"/>
    <p:sldId id="278" r:id="rId20"/>
    <p:sldId id="279" r:id="rId21"/>
    <p:sldId id="271" r:id="rId22"/>
    <p:sldId id="265" r:id="rId23"/>
    <p:sldId id="266" r:id="rId24"/>
    <p:sldId id="267" r:id="rId25"/>
    <p:sldId id="268" r:id="rId26"/>
    <p:sldId id="269" r:id="rId27"/>
    <p:sldId id="270" r:id="rId28"/>
    <p:sldId id="331" r:id="rId29"/>
    <p:sldId id="272" r:id="rId30"/>
    <p:sldId id="273" r:id="rId31"/>
    <p:sldId id="274" r:id="rId32"/>
    <p:sldId id="275" r:id="rId33"/>
    <p:sldId id="332" r:id="rId34"/>
    <p:sldId id="322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E45426C3-A483-4981-B83C-45B903EB53EB}">
          <p14:sldIdLst>
            <p14:sldId id="256"/>
            <p14:sldId id="264"/>
            <p14:sldId id="348"/>
            <p14:sldId id="349"/>
            <p14:sldId id="354"/>
            <p14:sldId id="350"/>
            <p14:sldId id="351"/>
            <p14:sldId id="352"/>
            <p14:sldId id="353"/>
            <p14:sldId id="355"/>
            <p14:sldId id="356"/>
            <p14:sldId id="357"/>
            <p14:sldId id="358"/>
            <p14:sldId id="359"/>
            <p14:sldId id="360"/>
            <p14:sldId id="361"/>
            <p14:sldId id="276"/>
            <p14:sldId id="277"/>
            <p14:sldId id="278"/>
            <p14:sldId id="279"/>
            <p14:sldId id="271"/>
            <p14:sldId id="265"/>
            <p14:sldId id="266"/>
            <p14:sldId id="267"/>
            <p14:sldId id="268"/>
            <p14:sldId id="269"/>
            <p14:sldId id="270"/>
            <p14:sldId id="331"/>
            <p14:sldId id="272"/>
            <p14:sldId id="273"/>
            <p14:sldId id="274"/>
            <p14:sldId id="275"/>
            <p14:sldId id="332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21" autoAdjust="0"/>
    <p:restoredTop sz="94660"/>
  </p:normalViewPr>
  <p:slideViewPr>
    <p:cSldViewPr snapToGrid="0">
      <p:cViewPr varScale="1">
        <p:scale>
          <a:sx n="224" d="100"/>
          <a:sy n="224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효민[ 학부재학 / 사이버국방학과 ]" userId="3929b77a-7aa2-4a96-a97d-3b5ce13f9d26" providerId="ADAL" clId="{C51637DA-6AE0-49DB-8846-B0B68BB6DB08}"/>
    <pc:docChg chg="undo custSel addSld delSld modSld sldOrd modMainMaster modSection modShowInfo">
      <pc:chgData name="이효민[ 학부재학 / 사이버국방학과 ]" userId="3929b77a-7aa2-4a96-a97d-3b5ce13f9d26" providerId="ADAL" clId="{C51637DA-6AE0-49DB-8846-B0B68BB6DB08}" dt="2021-11-08T11:53:10.512" v="1156"/>
      <pc:docMkLst>
        <pc:docMk/>
      </pc:docMkLst>
      <pc:sldChg chg="modSp mod">
        <pc:chgData name="이효민[ 학부재학 / 사이버국방학과 ]" userId="3929b77a-7aa2-4a96-a97d-3b5ce13f9d26" providerId="ADAL" clId="{C51637DA-6AE0-49DB-8846-B0B68BB6DB08}" dt="2021-11-07T13:22:37.128" v="126" actId="20577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C51637DA-6AE0-49DB-8846-B0B68BB6DB08}" dt="2021-11-07T13:22:10.466" v="119" actId="20577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C51637DA-6AE0-49DB-8846-B0B68BB6DB08}" dt="2021-11-07T13:22:37.128" v="126" actId="20577"/>
          <ac:spMkLst>
            <pc:docMk/>
            <pc:sldMk cId="4271878798" sldId="256"/>
            <ac:spMk id="3" creationId="{22379862-334E-462A-BC01-BB5250028995}"/>
          </ac:spMkLst>
        </pc:spChg>
      </pc:sldChg>
      <pc:sldChg chg="del">
        <pc:chgData name="이효민[ 학부재학 / 사이버국방학과 ]" userId="3929b77a-7aa2-4a96-a97d-3b5ce13f9d26" providerId="ADAL" clId="{C51637DA-6AE0-49DB-8846-B0B68BB6DB08}" dt="2021-11-07T13:22:24.521" v="120" actId="47"/>
        <pc:sldMkLst>
          <pc:docMk/>
          <pc:sldMk cId="2597479544" sldId="25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268441739" sldId="25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233997469" sldId="25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905191823" sldId="26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288033808" sldId="261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814052635" sldId="26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098045552" sldId="263"/>
        </pc:sldMkLst>
      </pc:sldChg>
      <pc:sldChg chg="modSp mod ord">
        <pc:chgData name="이효민[ 학부재학 / 사이버국방학과 ]" userId="3929b77a-7aa2-4a96-a97d-3b5ce13f9d26" providerId="ADAL" clId="{C51637DA-6AE0-49DB-8846-B0B68BB6DB08}" dt="2021-11-07T14:24:54.496" v="498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C51637DA-6AE0-49DB-8846-B0B68BB6DB08}" dt="2021-11-07T14:24:54.496" v="498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318163772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684101697" sldId="266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045402370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398488887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7464433" sldId="268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97539278" sldId="26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848337476" sldId="270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21:22.134" v="414" actId="20577"/>
        <pc:sldMkLst>
          <pc:docMk/>
          <pc:sldMk cId="2956657893" sldId="271"/>
        </pc:sldMkLst>
        <pc:spChg chg="mod">
          <ac:chgData name="이효민[ 학부재학 / 사이버국방학과 ]" userId="3929b77a-7aa2-4a96-a97d-3b5ce13f9d26" providerId="ADAL" clId="{C51637DA-6AE0-49DB-8846-B0B68BB6DB08}" dt="2021-11-07T14:21:22.134" v="414" actId="20577"/>
          <ac:spMkLst>
            <pc:docMk/>
            <pc:sldMk cId="2956657893" sldId="271"/>
            <ac:spMk id="2" creationId="{510F4660-100E-4073-97C5-F80F50198544}"/>
          </ac:spMkLst>
        </pc:spChg>
        <pc:picChg chg="mod">
          <ac:chgData name="이효민[ 학부재학 / 사이버국방학과 ]" userId="3929b77a-7aa2-4a96-a97d-3b5ce13f9d26" providerId="ADAL" clId="{C51637DA-6AE0-49DB-8846-B0B68BB6DB08}" dt="2021-11-07T14:01:58.373" v="277" actId="1076"/>
          <ac:picMkLst>
            <pc:docMk/>
            <pc:sldMk cId="2956657893" sldId="271"/>
            <ac:picMk id="9" creationId="{8177479F-A63A-4DC3-9597-4B92C60D97EB}"/>
          </ac:picMkLst>
        </pc:picChg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92945585" sldId="27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05420141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11726360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562858279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846" v="279" actId="47"/>
        <pc:sldMkLst>
          <pc:docMk/>
          <pc:sldMk cId="2337990836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485" v="278" actId="47"/>
        <pc:sldMkLst>
          <pc:docMk/>
          <pc:sldMk cId="3113574588" sldId="27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195893911" sldId="27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28.001" v="158"/>
        <pc:sldMkLst>
          <pc:docMk/>
          <pc:sldMk cId="711119976" sldId="27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1.437" v="159"/>
        <pc:sldMkLst>
          <pc:docMk/>
          <pc:sldMk cId="3650578037" sldId="27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5.586" v="160"/>
        <pc:sldMkLst>
          <pc:docMk/>
          <pc:sldMk cId="1731767942" sldId="27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53.420" v="161"/>
        <pc:sldMkLst>
          <pc:docMk/>
          <pc:sldMk cId="428576480" sldId="27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505018846" sldId="28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71646766" sldId="28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46235029" sldId="28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38717978" sldId="28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929877" sldId="28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98235405" sldId="28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985595965" sldId="28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145237" sldId="28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879821062" sldId="28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993003946" sldId="28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24154356" sldId="29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272398856" sldId="29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406602799" sldId="29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66278660" sldId="29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60878423" sldId="29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75899499" sldId="29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96816349" sldId="29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57303942" sldId="29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040518841" sldId="29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93450419" sldId="30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82602585" sldId="301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3:26.484" v="291" actId="20577"/>
        <pc:sldMkLst>
          <pc:docMk/>
          <pc:sldMk cId="3044177403" sldId="302"/>
        </pc:sldMkLst>
        <pc:spChg chg="mod">
          <ac:chgData name="이효민[ 학부재학 / 사이버국방학과 ]" userId="3929b77a-7aa2-4a96-a97d-3b5ce13f9d26" providerId="ADAL" clId="{C51637DA-6AE0-49DB-8846-B0B68BB6DB08}" dt="2021-11-07T14:03:26.484" v="291" actId="20577"/>
          <ac:spMkLst>
            <pc:docMk/>
            <pc:sldMk cId="3044177403" sldId="302"/>
            <ac:spMk id="3" creationId="{13DA64C0-5266-4756-847C-790AC8CA68D5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591863186" sldId="30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735915025" sldId="30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240414345" sldId="30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60324094" sldId="30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37978872" sldId="30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07991251" sldId="30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82123724" sldId="30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3:32.960" v="292" actId="47"/>
        <pc:sldMkLst>
          <pc:docMk/>
          <pc:sldMk cId="2424403291" sldId="31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682925829" sldId="31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564423949" sldId="31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28712980" sldId="31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50555230" sldId="31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840296087" sldId="31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607939077" sldId="316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2:54.752" v="280" actId="20577"/>
        <pc:sldMkLst>
          <pc:docMk/>
          <pc:sldMk cId="2416698218" sldId="317"/>
        </pc:sldMkLst>
        <pc:spChg chg="mod">
          <ac:chgData name="이효민[ 학부재학 / 사이버국방학과 ]" userId="3929b77a-7aa2-4a96-a97d-3b5ce13f9d26" providerId="ADAL" clId="{C51637DA-6AE0-49DB-8846-B0B68BB6DB08}" dt="2021-11-07T14:02:54.752" v="280" actId="20577"/>
          <ac:spMkLst>
            <pc:docMk/>
            <pc:sldMk cId="2416698218" sldId="317"/>
            <ac:spMk id="3" creationId="{0FACA2A7-FA49-4095-9072-93FD8A69BF12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37838211" sldId="31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14188019" sldId="31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617413653" sldId="32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8947117" sldId="32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29.034" v="334"/>
        <pc:sldMkLst>
          <pc:docMk/>
          <pc:sldMk cId="2679956423" sldId="32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247097004" sldId="32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1579073654" sldId="32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2650239397" sldId="32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039382090" sldId="32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38.993" v="330"/>
        <pc:sldMkLst>
          <pc:docMk/>
          <pc:sldMk cId="168451364" sldId="32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25.009" v="329"/>
        <pc:sldMkLst>
          <pc:docMk/>
          <pc:sldMk cId="601295334" sldId="328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8T11:27:13.565" v="1064"/>
        <pc:sldMkLst>
          <pc:docMk/>
          <pc:sldMk cId="4141664827" sldId="329"/>
        </pc:sldMkLst>
        <pc:spChg chg="mod">
          <ac:chgData name="이효민[ 학부재학 / 사이버국방학과 ]" userId="3929b77a-7aa2-4a96-a97d-3b5ce13f9d26" providerId="ADAL" clId="{C51637DA-6AE0-49DB-8846-B0B68BB6DB08}" dt="2021-11-08T11:27:13.565" v="1064"/>
          <ac:spMkLst>
            <pc:docMk/>
            <pc:sldMk cId="4141664827" sldId="329"/>
            <ac:spMk id="3" creationId="{BC27760A-2346-463B-BBBD-90E3FB271BD7}"/>
          </ac:spMkLst>
        </pc:spChg>
      </pc:sldChg>
      <pc:sldChg chg="modSp add del mod">
        <pc:chgData name="이효민[ 학부재학 / 사이버국방학과 ]" userId="3929b77a-7aa2-4a96-a97d-3b5ce13f9d26" providerId="ADAL" clId="{C51637DA-6AE0-49DB-8846-B0B68BB6DB08}" dt="2021-11-07T14:08:18.548" v="327"/>
        <pc:sldMkLst>
          <pc:docMk/>
          <pc:sldMk cId="1902405254" sldId="330"/>
        </pc:sldMkLst>
        <pc:spChg chg="mod">
          <ac:chgData name="이효민[ 학부재학 / 사이버국방학과 ]" userId="3929b77a-7aa2-4a96-a97d-3b5ce13f9d26" providerId="ADAL" clId="{C51637DA-6AE0-49DB-8846-B0B68BB6DB08}" dt="2021-11-07T14:08:18.548" v="327"/>
          <ac:spMkLst>
            <pc:docMk/>
            <pc:sldMk cId="1902405254" sldId="330"/>
            <ac:spMk id="5" creationId="{40BF1B47-0E15-4AE6-B644-D5526DD8B158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3:54:16.976" v="153"/>
        <pc:sldMkLst>
          <pc:docMk/>
          <pc:sldMk cId="1283875618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59579555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879814390" sldId="332"/>
        </pc:sldMkLst>
      </pc:sldChg>
      <pc:sldChg chg="modSp add mod ord">
        <pc:chgData name="이효민[ 학부재학 / 사이버국방학과 ]" userId="3929b77a-7aa2-4a96-a97d-3b5ce13f9d26" providerId="ADAL" clId="{C51637DA-6AE0-49DB-8846-B0B68BB6DB08}" dt="2021-11-08T11:30:55.209" v="1066" actId="1076"/>
        <pc:sldMkLst>
          <pc:docMk/>
          <pc:sldMk cId="3417646756" sldId="333"/>
        </pc:sldMkLst>
        <pc:picChg chg="mod">
          <ac:chgData name="이효민[ 학부재학 / 사이버국방학과 ]" userId="3929b77a-7aa2-4a96-a97d-3b5ce13f9d26" providerId="ADAL" clId="{C51637DA-6AE0-49DB-8846-B0B68BB6DB08}" dt="2021-11-08T11:30:55.209" v="1066" actId="1076"/>
          <ac:picMkLst>
            <pc:docMk/>
            <pc:sldMk cId="3417646756" sldId="333"/>
            <ac:picMk id="6" creationId="{5EC27DAD-0ABB-42B9-8BB7-7D980C37CB39}"/>
          </ac:picMkLst>
        </pc:picChg>
      </pc:sldChg>
      <pc:sldChg chg="add ord">
        <pc:chgData name="이효민[ 학부재학 / 사이버국방학과 ]" userId="3929b77a-7aa2-4a96-a97d-3b5ce13f9d26" providerId="ADAL" clId="{C51637DA-6AE0-49DB-8846-B0B68BB6DB08}" dt="2021-11-07T14:17:48.722" v="338"/>
        <pc:sldMkLst>
          <pc:docMk/>
          <pc:sldMk cId="1509551197" sldId="33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2396147998" sldId="33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4065314893" sldId="33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7T14:20:32.384" v="394" actId="20577"/>
        <pc:sldMkLst>
          <pc:docMk/>
          <pc:sldMk cId="1994696824" sldId="337"/>
        </pc:sldMkLst>
        <pc:spChg chg="mod">
          <ac:chgData name="이효민[ 학부재학 / 사이버국방학과 ]" userId="3929b77a-7aa2-4a96-a97d-3b5ce13f9d26" providerId="ADAL" clId="{C51637DA-6AE0-49DB-8846-B0B68BB6DB08}" dt="2021-11-07T14:20:32.384" v="394" actId="20577"/>
          <ac:spMkLst>
            <pc:docMk/>
            <pc:sldMk cId="1994696824" sldId="337"/>
            <ac:spMk id="7" creationId="{6489A443-664F-4050-9643-CF6F254630F4}"/>
          </ac:spMkLst>
        </pc:spChg>
      </pc:sldChg>
      <pc:sldChg chg="modSp add mod">
        <pc:chgData name="이효민[ 학부재학 / 사이버국방학과 ]" userId="3929b77a-7aa2-4a96-a97d-3b5ce13f9d26" providerId="ADAL" clId="{C51637DA-6AE0-49DB-8846-B0B68BB6DB08}" dt="2021-11-07T14:20:59.206" v="399" actId="1076"/>
        <pc:sldMkLst>
          <pc:docMk/>
          <pc:sldMk cId="4271482761" sldId="338"/>
        </pc:sldMkLst>
        <pc:spChg chg="mod">
          <ac:chgData name="이효민[ 학부재학 / 사이버국방학과 ]" userId="3929b77a-7aa2-4a96-a97d-3b5ce13f9d26" providerId="ADAL" clId="{C51637DA-6AE0-49DB-8846-B0B68BB6DB08}" dt="2021-11-07T14:20:59.206" v="399" actId="1076"/>
          <ac:spMkLst>
            <pc:docMk/>
            <pc:sldMk cId="4271482761" sldId="338"/>
            <ac:spMk id="5" creationId="{D725F2E8-BF68-4E37-954D-C95F020753CC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1531992139" sldId="33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701517021" sldId="340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026576549" sldId="34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582896346" sldId="34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97469201" sldId="34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879546471" sldId="34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515118274" sldId="34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624952614" sldId="34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8T11:53:10.512" v="115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C51637DA-6AE0-49DB-8846-B0B68BB6DB08}" dt="2021-11-08T11:53:10.512" v="1156"/>
          <ac:spMkLst>
            <pc:docMk/>
            <pc:sldMk cId="3636908598" sldId="347"/>
            <ac:spMk id="3" creationId="{F1919A29-26C6-4D1E-A1C6-6211B17B5114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C51637DA-6AE0-49DB-8846-B0B68BB6DB08}" dt="2021-11-07T13:17:10.265" v="49"/>
        <pc:sldMasterMkLst>
          <pc:docMk/>
          <pc:sldMasterMk cId="3145777673" sldId="2147483672"/>
        </pc:sldMasterMkLst>
        <pc:spChg chg="del">
          <ac:chgData name="이효민[ 학부재학 / 사이버국방학과 ]" userId="3929b77a-7aa2-4a96-a97d-3b5ce13f9d26" providerId="ADAL" clId="{C51637DA-6AE0-49DB-8846-B0B68BB6DB08}" dt="2021-11-07T13:15:28.049" v="25" actId="478"/>
          <ac:spMkLst>
            <pc:docMk/>
            <pc:sldMasterMk cId="3145777673" sldId="2147483672"/>
            <ac:spMk id="12" creationId="{ACDE7349-86AD-44D6-AA8E-27B59580BCA0}"/>
          </ac:spMkLst>
        </pc:spChg>
        <pc:picChg chg="del mod">
          <ac:chgData name="이효민[ 학부재학 / 사이버국방학과 ]" userId="3929b77a-7aa2-4a96-a97d-3b5ce13f9d26" providerId="ADAL" clId="{C51637DA-6AE0-49DB-8846-B0B68BB6DB08}" dt="2021-11-07T13:15:30.944" v="27" actId="478"/>
          <ac:picMkLst>
            <pc:docMk/>
            <pc:sldMasterMk cId="3145777673" sldId="2147483672"/>
            <ac:picMk id="11" creationId="{5E4CAB39-1B2D-44CE-8268-FDE72F65FD74}"/>
          </ac:picMkLst>
        </pc:picChg>
        <pc:picChg chg="add mod">
          <ac:chgData name="이효민[ 학부재학 / 사이버국방학과 ]" userId="3929b77a-7aa2-4a96-a97d-3b5ce13f9d26" providerId="ADAL" clId="{C51637DA-6AE0-49DB-8846-B0B68BB6DB08}" dt="2021-11-07T13:16:20.745" v="31" actId="1076"/>
          <ac:picMkLst>
            <pc:docMk/>
            <pc:sldMasterMk cId="3145777673" sldId="2147483672"/>
            <ac:picMk id="13" creationId="{29BA69F9-0503-4067-AB7A-E231C86B3305}"/>
          </ac:picMkLst>
        </pc:picChg>
        <pc:sldLayoutChg chg="addSp delSp modSp mod">
          <pc:chgData name="이효민[ 학부재학 / 사이버국방학과 ]" userId="3929b77a-7aa2-4a96-a97d-3b5ce13f9d26" providerId="ADAL" clId="{C51637DA-6AE0-49DB-8846-B0B68BB6DB08}" dt="2021-11-07T13:16:29.477" v="34"/>
          <pc:sldLayoutMkLst>
            <pc:docMk/>
            <pc:sldMasterMk cId="3145777673" sldId="2147483672"/>
            <pc:sldLayoutMk cId="546768808" sldId="2147483673"/>
          </pc:sldLayoutMkLst>
          <pc:spChg chg="del">
            <ac:chgData name="이효민[ 학부재학 / 사이버국방학과 ]" userId="3929b77a-7aa2-4a96-a97d-3b5ce13f9d26" providerId="ADAL" clId="{C51637DA-6AE0-49DB-8846-B0B68BB6DB08}" dt="2021-11-07T13:16:28.596" v="33" actId="478"/>
            <ac:spMkLst>
              <pc:docMk/>
              <pc:sldMasterMk cId="3145777673" sldId="2147483672"/>
              <pc:sldLayoutMk cId="546768808" sldId="2147483673"/>
              <ac:spMk id="13" creationId="{D71B9B85-A69C-4275-AB35-1F85E8A3A50C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27.344" v="32" actId="478"/>
            <ac:picMkLst>
              <pc:docMk/>
              <pc:sldMasterMk cId="3145777673" sldId="2147483672"/>
              <pc:sldLayoutMk cId="546768808" sldId="2147483673"/>
              <ac:picMk id="12" creationId="{BF057BE6-503B-4103-95D0-EA9DC6051FAE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29.477" v="34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33.954" v="37"/>
          <pc:sldLayoutMkLst>
            <pc:docMk/>
            <pc:sldMasterMk cId="3145777673" sldId="2147483672"/>
            <pc:sldLayoutMk cId="67324703" sldId="2147483675"/>
          </pc:sldLayoutMkLst>
          <pc:spChg chg="del">
            <ac:chgData name="이효민[ 학부재학 / 사이버국방학과 ]" userId="3929b77a-7aa2-4a96-a97d-3b5ce13f9d26" providerId="ADAL" clId="{C51637DA-6AE0-49DB-8846-B0B68BB6DB08}" dt="2021-11-07T13:16:33.155" v="36" actId="478"/>
            <ac:spMkLst>
              <pc:docMk/>
              <pc:sldMasterMk cId="3145777673" sldId="2147483672"/>
              <pc:sldLayoutMk cId="67324703" sldId="2147483675"/>
              <ac:spMk id="11" creationId="{B63C686E-1AC5-45D3-8FDB-79687779A3D1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32.376" v="35" actId="478"/>
            <ac:picMkLst>
              <pc:docMk/>
              <pc:sldMasterMk cId="3145777673" sldId="2147483672"/>
              <pc:sldLayoutMk cId="67324703" sldId="2147483675"/>
              <ac:picMk id="10" creationId="{29DFB0CE-644D-4ACB-B2C5-2FEC0001C51C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33.954" v="37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49.782" v="42"/>
          <pc:sldLayoutMkLst>
            <pc:docMk/>
            <pc:sldMasterMk cId="3145777673" sldId="2147483672"/>
            <pc:sldLayoutMk cId="2157310852" sldId="2147483679"/>
          </pc:sldLayoutMkLst>
          <pc:spChg chg="del mod">
            <ac:chgData name="이효민[ 학부재학 / 사이버국방학과 ]" userId="3929b77a-7aa2-4a96-a97d-3b5ce13f9d26" providerId="ADAL" clId="{C51637DA-6AE0-49DB-8846-B0B68BB6DB08}" dt="2021-11-07T13:16:48.810" v="41" actId="478"/>
            <ac:spMkLst>
              <pc:docMk/>
              <pc:sldMasterMk cId="3145777673" sldId="2147483672"/>
              <pc:sldLayoutMk cId="2157310852" sldId="2147483679"/>
              <ac:spMk id="11" creationId="{A381091B-D27E-4F91-B78D-67C95A1ECD96}"/>
            </ac:spMkLst>
          </pc:spChg>
          <pc:picChg chg="add mod">
            <ac:chgData name="이효민[ 학부재학 / 사이버국방학과 ]" userId="3929b77a-7aa2-4a96-a97d-3b5ce13f9d26" providerId="ADAL" clId="{C51637DA-6AE0-49DB-8846-B0B68BB6DB08}" dt="2021-11-07T13:16:49.782" v="42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del">
            <ac:chgData name="이효민[ 학부재학 / 사이버국방학과 ]" userId="3929b77a-7aa2-4a96-a97d-3b5ce13f9d26" providerId="ADAL" clId="{C51637DA-6AE0-49DB-8846-B0B68BB6DB08}" dt="2021-11-07T13:16:46.776" v="38" actId="478"/>
            <ac:picMkLst>
              <pc:docMk/>
              <pc:sldMasterMk cId="3145777673" sldId="2147483672"/>
              <pc:sldLayoutMk cId="2157310852" sldId="2147483679"/>
              <ac:picMk id="10" creationId="{575D59D2-CA50-4BD3-885C-FF310F941F8E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0.139" v="45"/>
          <pc:sldLayoutMkLst>
            <pc:docMk/>
            <pc:sldMasterMk cId="3145777673" sldId="2147483672"/>
            <pc:sldLayoutMk cId="2831446787" sldId="2147483680"/>
          </pc:sldLayoutMkLst>
          <pc:spChg chg="del">
            <ac:chgData name="이효민[ 학부재학 / 사이버국방학과 ]" userId="3929b77a-7aa2-4a96-a97d-3b5ce13f9d26" providerId="ADAL" clId="{C51637DA-6AE0-49DB-8846-B0B68BB6DB08}" dt="2021-11-07T13:16:58.979" v="44" actId="478"/>
            <ac:spMkLst>
              <pc:docMk/>
              <pc:sldMasterMk cId="3145777673" sldId="2147483672"/>
              <pc:sldLayoutMk cId="2831446787" sldId="2147483680"/>
              <ac:spMk id="11" creationId="{6F4336A2-7505-4EE0-B3E2-F0A0CB5D09B8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57.930" v="43" actId="478"/>
            <ac:picMkLst>
              <pc:docMk/>
              <pc:sldMasterMk cId="3145777673" sldId="2147483672"/>
              <pc:sldLayoutMk cId="2831446787" sldId="2147483680"/>
              <ac:picMk id="10" creationId="{3290D07E-D76C-42CD-9A6F-11BE4CDA3820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0.139" v="45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3.950" v="47"/>
          <pc:sldLayoutMkLst>
            <pc:docMk/>
            <pc:sldMasterMk cId="3145777673" sldId="2147483672"/>
            <pc:sldLayoutMk cId="366081474" sldId="2147483681"/>
          </pc:sldLayoutMkLst>
          <pc:spChg chg="del">
            <ac:chgData name="이효민[ 학부재학 / 사이버국방학과 ]" userId="3929b77a-7aa2-4a96-a97d-3b5ce13f9d26" providerId="ADAL" clId="{C51637DA-6AE0-49DB-8846-B0B68BB6DB08}" dt="2021-11-07T13:17:03.254" v="46" actId="478"/>
            <ac:spMkLst>
              <pc:docMk/>
              <pc:sldMasterMk cId="3145777673" sldId="2147483672"/>
              <pc:sldLayoutMk cId="366081474" sldId="2147483681"/>
              <ac:spMk id="11" creationId="{1D26493C-0C13-4AA6-B47B-9CC7D9D3A06F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3.254" v="46" actId="478"/>
            <ac:picMkLst>
              <pc:docMk/>
              <pc:sldMasterMk cId="3145777673" sldId="2147483672"/>
              <pc:sldLayoutMk cId="366081474" sldId="2147483681"/>
              <ac:picMk id="10" creationId="{BA75D6C0-81DB-4FDD-A059-76501EBE9582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3.950" v="47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10.265" v="49"/>
          <pc:sldLayoutMkLst>
            <pc:docMk/>
            <pc:sldMasterMk cId="3145777673" sldId="2147483672"/>
            <pc:sldLayoutMk cId="3947021700" sldId="2147483683"/>
          </pc:sldLayoutMkLst>
          <pc:spChg chg="del">
            <ac:chgData name="이효민[ 학부재학 / 사이버국방학과 ]" userId="3929b77a-7aa2-4a96-a97d-3b5ce13f9d26" providerId="ADAL" clId="{C51637DA-6AE0-49DB-8846-B0B68BB6DB08}" dt="2021-11-07T13:17:09.382" v="48" actId="478"/>
            <ac:spMkLst>
              <pc:docMk/>
              <pc:sldMasterMk cId="3145777673" sldId="2147483672"/>
              <pc:sldLayoutMk cId="3947021700" sldId="2147483683"/>
              <ac:spMk id="10" creationId="{7CED9D3A-ECB2-473D-BC30-C5E49AC36834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9.382" v="48" actId="478"/>
            <ac:picMkLst>
              <pc:docMk/>
              <pc:sldMasterMk cId="3145777673" sldId="2147483672"/>
              <pc:sldLayoutMk cId="3947021700" sldId="2147483683"/>
              <ac:picMk id="9" creationId="{171B9225-0077-40F4-A200-2E04311B98F3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10.265" v="49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89AA700A-C87B-4DC7-95D3-DD1D4BD93CCF}"/>
    <pc:docChg chg="undo custSel addSld delSld modSld sldOrd modMainMaster modSection">
      <pc:chgData name="이효민[ 학부재학 / 사이버국방학과 ]" userId="3929b77a-7aa2-4a96-a97d-3b5ce13f9d26" providerId="ADAL" clId="{89AA700A-C87B-4DC7-95D3-DD1D4BD93CCF}" dt="2022-01-02T20:57:48.703" v="1904" actId="2696"/>
      <pc:docMkLst>
        <pc:docMk/>
      </pc:docMkLst>
      <pc:sldChg chg="modSp mod">
        <pc:chgData name="이효민[ 학부재학 / 사이버국방학과 ]" userId="3929b77a-7aa2-4a96-a97d-3b5ce13f9d26" providerId="ADAL" clId="{89AA700A-C87B-4DC7-95D3-DD1D4BD93CCF}" dt="2021-12-29T09:00:57.500" v="116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89AA700A-C87B-4DC7-95D3-DD1D4BD93CCF}" dt="2021-12-29T09:00:57.500" v="116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89AA700A-C87B-4DC7-95D3-DD1D4BD93CCF}" dt="2021-12-29T09:00:35.121" v="53"/>
          <ac:spMkLst>
            <pc:docMk/>
            <pc:sldMk cId="4271878798" sldId="256"/>
            <ac:spMk id="3" creationId="{22379862-334E-462A-BC01-BB5250028995}"/>
          </ac:spMkLst>
        </pc:spChg>
      </pc:sldChg>
      <pc:sldChg chg="modSp mod">
        <pc:chgData name="이효민[ 학부재학 / 사이버국방학과 ]" userId="3929b77a-7aa2-4a96-a97d-3b5ce13f9d26" providerId="ADAL" clId="{89AA700A-C87B-4DC7-95D3-DD1D4BD93CCF}" dt="2022-01-02T20:19:26.699" v="124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89AA700A-C87B-4DC7-95D3-DD1D4BD93CCF}" dt="2022-01-02T20:19:26.699" v="124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ord">
        <pc:chgData name="이효민[ 학부재학 / 사이버국방학과 ]" userId="3929b77a-7aa2-4a96-a97d-3b5ce13f9d26" providerId="ADAL" clId="{89AA700A-C87B-4DC7-95D3-DD1D4BD93CCF}" dt="2022-01-02T20:20:12.577" v="132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711119976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31126702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3650578037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1731767942" sldId="278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428576480" sldId="279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442887221" sldId="279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505018846" sldId="280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771646766" sldId="28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746235029" sldId="282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738717978" sldId="283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108929877" sldId="284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198235405" sldId="285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985595965" sldId="286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108145237" sldId="28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879821062" sldId="28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993003946" sldId="289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124154356" sldId="290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272398856" sldId="29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406602799" sldId="292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66278660" sldId="293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060878423" sldId="294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175899499" sldId="295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996816349" sldId="296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040518841" sldId="299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193450419" sldId="300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082602585" sldId="30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044177403" sldId="302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591863186" sldId="303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735915025" sldId="304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240414345" sldId="305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760324094" sldId="306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137978872" sldId="30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907991251" sldId="30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82123724" sldId="309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682925829" sldId="31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564423949" sldId="312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28712980" sldId="313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150555230" sldId="314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840296087" sldId="315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607939077" sldId="316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416698218" sldId="31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137838211" sldId="31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114188019" sldId="319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617413653" sldId="320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78947117" sldId="32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247097004" sldId="323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579073654" sldId="324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650239397" sldId="325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039382090" sldId="326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68451364" sldId="32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601295334" sldId="32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141664827" sldId="329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902405254" sldId="330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417646756" sldId="333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509551197" sldId="334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396147998" sldId="335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065314893" sldId="336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994696824" sldId="33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4271482761" sldId="33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531992139" sldId="339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701517021" sldId="340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026576549" sldId="34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582896346" sldId="342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97469201" sldId="343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2879546471" sldId="344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1515118274" sldId="345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624952614" sldId="346"/>
        </pc:sldMkLst>
      </pc:sldChg>
      <pc:sldChg chg="modSp del mod">
        <pc:chgData name="이효민[ 학부재학 / 사이버국방학과 ]" userId="3929b77a-7aa2-4a96-a97d-3b5ce13f9d26" providerId="ADAL" clId="{89AA700A-C87B-4DC7-95D3-DD1D4BD93CCF}" dt="2022-01-02T20:57:48.703" v="1904" actId="269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89AA700A-C87B-4DC7-95D3-DD1D4BD93CCF}" dt="2021-12-29T09:00:35.500" v="54" actId="27636"/>
          <ac:spMkLst>
            <pc:docMk/>
            <pc:sldMk cId="3636908598" sldId="347"/>
            <ac:spMk id="3" creationId="{F1919A29-26C6-4D1E-A1C6-6211B17B5114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27:04.023" v="387" actId="20577"/>
        <pc:sldMkLst>
          <pc:docMk/>
          <pc:sldMk cId="365798377" sldId="348"/>
        </pc:sldMkLst>
        <pc:spChg chg="mod">
          <ac:chgData name="이효민[ 학부재학 / 사이버국방학과 ]" userId="3929b77a-7aa2-4a96-a97d-3b5ce13f9d26" providerId="ADAL" clId="{89AA700A-C87B-4DC7-95D3-DD1D4BD93CCF}" dt="2022-01-02T20:27:04.023" v="387" actId="20577"/>
          <ac:spMkLst>
            <pc:docMk/>
            <pc:sldMk cId="365798377" sldId="348"/>
            <ac:spMk id="2" creationId="{AA8B08DA-8E85-45A7-9142-736ACE68A3F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00.724" v="384" actId="20577"/>
          <ac:spMkLst>
            <pc:docMk/>
            <pc:sldMk cId="365798377" sldId="348"/>
            <ac:spMk id="3" creationId="{E9FAF3EC-D595-4ABA-AF8D-D9EEAEB2D5B9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32:01.992" v="504" actId="1076"/>
        <pc:sldMkLst>
          <pc:docMk/>
          <pc:sldMk cId="3106261693" sldId="349"/>
        </pc:sldMkLst>
        <pc:spChg chg="mod">
          <ac:chgData name="이효민[ 학부재학 / 사이버국방학과 ]" userId="3929b77a-7aa2-4a96-a97d-3b5ce13f9d26" providerId="ADAL" clId="{89AA700A-C87B-4DC7-95D3-DD1D4BD93CCF}" dt="2022-01-02T20:28:06.638" v="438" actId="20577"/>
          <ac:spMkLst>
            <pc:docMk/>
            <pc:sldMk cId="3106261693" sldId="349"/>
            <ac:spMk id="2" creationId="{CAD0618D-48A2-4AE3-81F9-FCEDA07DC56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52.999" v="433" actId="20577"/>
          <ac:spMkLst>
            <pc:docMk/>
            <pc:sldMk cId="3106261693" sldId="349"/>
            <ac:spMk id="3" creationId="{B9A09ED7-4ADC-42E1-A476-019BAB6F2944}"/>
          </ac:spMkLst>
        </pc:spChg>
        <pc:picChg chg="add del mod modCrop">
          <ac:chgData name="이효민[ 학부재학 / 사이버국방학과 ]" userId="3929b77a-7aa2-4a96-a97d-3b5ce13f9d26" providerId="ADAL" clId="{89AA700A-C87B-4DC7-95D3-DD1D4BD93CCF}" dt="2022-01-02T20:31:55.844" v="499" actId="478"/>
          <ac:picMkLst>
            <pc:docMk/>
            <pc:sldMk cId="3106261693" sldId="349"/>
            <ac:picMk id="6" creationId="{87D139E7-B43B-4EF9-A171-2F3A018FA2E9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2-01-02T20:32:01.992" v="504" actId="1076"/>
          <ac:picMkLst>
            <pc:docMk/>
            <pc:sldMk cId="3106261693" sldId="349"/>
            <ac:picMk id="8" creationId="{E73F41FF-FCE2-4B13-99A7-CFB94A73EB70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33:46.636" v="585"/>
        <pc:sldMkLst>
          <pc:docMk/>
          <pc:sldMk cId="319041979" sldId="350"/>
        </pc:sldMkLst>
        <pc:spChg chg="mod">
          <ac:chgData name="이효민[ 학부재학 / 사이버국방학과 ]" userId="3929b77a-7aa2-4a96-a97d-3b5ce13f9d26" providerId="ADAL" clId="{89AA700A-C87B-4DC7-95D3-DD1D4BD93CCF}" dt="2022-01-02T20:32:40.309" v="510"/>
          <ac:spMkLst>
            <pc:docMk/>
            <pc:sldMk cId="319041979" sldId="350"/>
            <ac:spMk id="2" creationId="{0A5F2BA0-8011-471F-AEB5-77E475A4D5D4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3:46.636" v="585"/>
          <ac:spMkLst>
            <pc:docMk/>
            <pc:sldMk cId="319041979" sldId="350"/>
            <ac:spMk id="3" creationId="{61DAB59D-5337-478A-85B8-B9A1F922BEFB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5:19.591" v="824" actId="27636"/>
        <pc:sldMkLst>
          <pc:docMk/>
          <pc:sldMk cId="3978286067" sldId="351"/>
        </pc:sldMkLst>
        <pc:spChg chg="mod">
          <ac:chgData name="이효민[ 학부재학 / 사이버국방학과 ]" userId="3929b77a-7aa2-4a96-a97d-3b5ce13f9d26" providerId="ADAL" clId="{89AA700A-C87B-4DC7-95D3-DD1D4BD93CCF}" dt="2022-01-02T20:35:16.007" v="819"/>
          <ac:spMkLst>
            <pc:docMk/>
            <pc:sldMk cId="3978286067" sldId="351"/>
            <ac:spMk id="2" creationId="{5C99D40B-CD94-48AC-8768-B2B126F072C7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5:19.591" v="824" actId="27636"/>
          <ac:spMkLst>
            <pc:docMk/>
            <pc:sldMk cId="3978286067" sldId="351"/>
            <ac:spMk id="3" creationId="{84A5D00A-9CA6-435A-BCC5-0944C500168A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9:32.287" v="1060" actId="20577"/>
        <pc:sldMkLst>
          <pc:docMk/>
          <pc:sldMk cId="1724742321" sldId="352"/>
        </pc:sldMkLst>
        <pc:spChg chg="mod">
          <ac:chgData name="이효민[ 학부재학 / 사이버국방학과 ]" userId="3929b77a-7aa2-4a96-a97d-3b5ce13f9d26" providerId="ADAL" clId="{89AA700A-C87B-4DC7-95D3-DD1D4BD93CCF}" dt="2022-01-02T20:35:29.349" v="830" actId="20577"/>
          <ac:spMkLst>
            <pc:docMk/>
            <pc:sldMk cId="1724742321" sldId="352"/>
            <ac:spMk id="2" creationId="{C042270A-30BB-44B9-9906-57D6FCCC60C8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9:32.287" v="1060" actId="20577"/>
          <ac:spMkLst>
            <pc:docMk/>
            <pc:sldMk cId="1724742321" sldId="352"/>
            <ac:spMk id="3" creationId="{B52B04EA-61EB-4FBE-81D1-40744CE57824}"/>
          </ac:spMkLst>
        </pc:spChg>
      </pc:sldChg>
      <pc:sldChg chg="addSp modSp new mod">
        <pc:chgData name="이효민[ 학부재학 / 사이버국방학과 ]" userId="3929b77a-7aa2-4a96-a97d-3b5ce13f9d26" providerId="ADAL" clId="{89AA700A-C87B-4DC7-95D3-DD1D4BD93CCF}" dt="2022-01-02T20:37:15.004" v="907" actId="1076"/>
        <pc:sldMkLst>
          <pc:docMk/>
          <pc:sldMk cId="863911632" sldId="353"/>
        </pc:sldMkLst>
        <pc:spChg chg="mod">
          <ac:chgData name="이효민[ 학부재학 / 사이버국방학과 ]" userId="3929b77a-7aa2-4a96-a97d-3b5ce13f9d26" providerId="ADAL" clId="{89AA700A-C87B-4DC7-95D3-DD1D4BD93CCF}" dt="2022-01-02T20:36:44.868" v="895"/>
          <ac:spMkLst>
            <pc:docMk/>
            <pc:sldMk cId="863911632" sldId="353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00.116" v="904" actId="20577"/>
          <ac:spMkLst>
            <pc:docMk/>
            <pc:sldMk cId="863911632" sldId="353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37:15.004" v="907" actId="1076"/>
          <ac:picMkLst>
            <pc:docMk/>
            <pc:sldMk cId="863911632" sldId="353"/>
            <ac:picMk id="6" creationId="{EDFB8ADB-4859-4AFC-B48E-AFEAC90EDF33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48:41.699" v="1880" actId="1076"/>
        <pc:sldMkLst>
          <pc:docMk/>
          <pc:sldMk cId="1621801038" sldId="354"/>
        </pc:sldMkLst>
        <pc:spChg chg="mod">
          <ac:chgData name="이효민[ 학부재학 / 사이버국방학과 ]" userId="3929b77a-7aa2-4a96-a97d-3b5ce13f9d26" providerId="ADAL" clId="{89AA700A-C87B-4DC7-95D3-DD1D4BD93CCF}" dt="2022-01-02T20:48:34.399" v="1875" actId="20577"/>
          <ac:spMkLst>
            <pc:docMk/>
            <pc:sldMk cId="1621801038" sldId="354"/>
            <ac:spMk id="2" creationId="{8D8D3D1B-BE26-4B92-AE92-6F3B1F5F1CE0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8:41.699" v="1880" actId="1076"/>
          <ac:spMkLst>
            <pc:docMk/>
            <pc:sldMk cId="1621801038" sldId="354"/>
            <ac:spMk id="3" creationId="{D9A28D56-990B-433B-A98E-C091EC26F19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7:39.882" v="936"/>
        <pc:sldMkLst>
          <pc:docMk/>
          <pc:sldMk cId="421932750" sldId="355"/>
        </pc:sldMkLst>
        <pc:spChg chg="mod">
          <ac:chgData name="이효민[ 학부재학 / 사이버국방학과 ]" userId="3929b77a-7aa2-4a96-a97d-3b5ce13f9d26" providerId="ADAL" clId="{89AA700A-C87B-4DC7-95D3-DD1D4BD93CCF}" dt="2022-01-02T20:37:23.015" v="926"/>
          <ac:spMkLst>
            <pc:docMk/>
            <pc:sldMk cId="421932750" sldId="355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39.882" v="936"/>
          <ac:spMkLst>
            <pc:docMk/>
            <pc:sldMk cId="421932750" sldId="355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8:13.174" v="1056"/>
        <pc:sldMkLst>
          <pc:docMk/>
          <pc:sldMk cId="2087600335" sldId="356"/>
        </pc:sldMkLst>
        <pc:spChg chg="mod">
          <ac:chgData name="이효민[ 학부재학 / 사이버국방학과 ]" userId="3929b77a-7aa2-4a96-a97d-3b5ce13f9d26" providerId="ADAL" clId="{89AA700A-C87B-4DC7-95D3-DD1D4BD93CCF}" dt="2022-01-02T20:37:51.196" v="964"/>
          <ac:spMkLst>
            <pc:docMk/>
            <pc:sldMk cId="2087600335" sldId="356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8:13.174" v="1056"/>
          <ac:spMkLst>
            <pc:docMk/>
            <pc:sldMk cId="2087600335" sldId="356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42:53.745" v="1345" actId="20577"/>
        <pc:sldMkLst>
          <pc:docMk/>
          <pc:sldMk cId="3768780291" sldId="357"/>
        </pc:sldMkLst>
        <pc:spChg chg="mod">
          <ac:chgData name="이효민[ 학부재학 / 사이버국방학과 ]" userId="3929b77a-7aa2-4a96-a97d-3b5ce13f9d26" providerId="ADAL" clId="{89AA700A-C87B-4DC7-95D3-DD1D4BD93CCF}" dt="2022-01-02T20:42:10.964" v="1061"/>
          <ac:spMkLst>
            <pc:docMk/>
            <pc:sldMk cId="3768780291" sldId="357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2:53.745" v="1345" actId="20577"/>
          <ac:spMkLst>
            <pc:docMk/>
            <pc:sldMk cId="3768780291" sldId="357"/>
            <ac:spMk id="3" creationId="{BD33F9B7-6FA1-40A1-8E29-435855FB5B4E}"/>
          </ac:spMkLst>
        </pc:spChg>
      </pc:sldChg>
      <pc:sldChg chg="addSp modSp add mod">
        <pc:chgData name="이효민[ 학부재학 / 사이버국방학과 ]" userId="3929b77a-7aa2-4a96-a97d-3b5ce13f9d26" providerId="ADAL" clId="{89AA700A-C87B-4DC7-95D3-DD1D4BD93CCF}" dt="2022-01-02T20:43:25.300" v="1401" actId="1076"/>
        <pc:sldMkLst>
          <pc:docMk/>
          <pc:sldMk cId="281315117" sldId="358"/>
        </pc:sldMkLst>
        <pc:spChg chg="mod">
          <ac:chgData name="이효민[ 학부재학 / 사이버국방학과 ]" userId="3929b77a-7aa2-4a96-a97d-3b5ce13f9d26" providerId="ADAL" clId="{89AA700A-C87B-4DC7-95D3-DD1D4BD93CCF}" dt="2022-01-02T20:43:03.149" v="1346"/>
          <ac:spMkLst>
            <pc:docMk/>
            <pc:sldMk cId="281315117" sldId="358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3:14.258" v="1396"/>
          <ac:spMkLst>
            <pc:docMk/>
            <pc:sldMk cId="281315117" sldId="358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3:25.300" v="1401" actId="1076"/>
          <ac:picMkLst>
            <pc:docMk/>
            <pc:sldMk cId="281315117" sldId="358"/>
            <ac:picMk id="6" creationId="{7498F5E0-E299-4802-A52D-424D780523B4}"/>
          </ac:picMkLst>
        </pc:picChg>
      </pc:sldChg>
      <pc:sldChg chg="addSp modSp add mod">
        <pc:chgData name="이효민[ 학부재학 / 사이버국방학과 ]" userId="3929b77a-7aa2-4a96-a97d-3b5ce13f9d26" providerId="ADAL" clId="{89AA700A-C87B-4DC7-95D3-DD1D4BD93CCF}" dt="2022-01-02T20:44:12.618" v="1604" actId="1076"/>
        <pc:sldMkLst>
          <pc:docMk/>
          <pc:sldMk cId="657699335" sldId="359"/>
        </pc:sldMkLst>
        <pc:spChg chg="mod">
          <ac:chgData name="이효민[ 학부재학 / 사이버국방학과 ]" userId="3929b77a-7aa2-4a96-a97d-3b5ce13f9d26" providerId="ADAL" clId="{89AA700A-C87B-4DC7-95D3-DD1D4BD93CCF}" dt="2022-01-02T20:43:37.352" v="1429"/>
          <ac:spMkLst>
            <pc:docMk/>
            <pc:sldMk cId="657699335" sldId="359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4:07.677" v="1602" actId="20577"/>
          <ac:spMkLst>
            <pc:docMk/>
            <pc:sldMk cId="657699335" sldId="359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4:12.618" v="1604" actId="1076"/>
          <ac:picMkLst>
            <pc:docMk/>
            <pc:sldMk cId="657699335" sldId="359"/>
            <ac:picMk id="6" creationId="{DD28D1AA-51B6-49C4-97E3-CC3C96323F88}"/>
          </ac:picMkLst>
        </pc:picChg>
      </pc:sldChg>
      <pc:sldChg chg="modSp add mod">
        <pc:chgData name="이효민[ 학부재학 / 사이버국방학과 ]" userId="3929b77a-7aa2-4a96-a97d-3b5ce13f9d26" providerId="ADAL" clId="{89AA700A-C87B-4DC7-95D3-DD1D4BD93CCF}" dt="2022-01-02T20:45:14.143" v="1840" actId="20577"/>
        <pc:sldMkLst>
          <pc:docMk/>
          <pc:sldMk cId="2888858680" sldId="360"/>
        </pc:sldMkLst>
        <pc:spChg chg="mod">
          <ac:chgData name="이효민[ 학부재학 / 사이버국방학과 ]" userId="3929b77a-7aa2-4a96-a97d-3b5ce13f9d26" providerId="ADAL" clId="{89AA700A-C87B-4DC7-95D3-DD1D4BD93CCF}" dt="2022-01-02T20:44:31.084" v="1623"/>
          <ac:spMkLst>
            <pc:docMk/>
            <pc:sldMk cId="2888858680" sldId="360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5:14.143" v="1840" actId="20577"/>
          <ac:spMkLst>
            <pc:docMk/>
            <pc:sldMk cId="2888858680" sldId="360"/>
            <ac:spMk id="3" creationId="{BD33F9B7-6FA1-40A1-8E29-435855FB5B4E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45:47.403" v="1866" actId="1076"/>
        <pc:sldMkLst>
          <pc:docMk/>
          <pc:sldMk cId="1149798840" sldId="361"/>
        </pc:sldMkLst>
        <pc:spChg chg="mod">
          <ac:chgData name="이효민[ 학부재학 / 사이버국방학과 ]" userId="3929b77a-7aa2-4a96-a97d-3b5ce13f9d26" providerId="ADAL" clId="{89AA700A-C87B-4DC7-95D3-DD1D4BD93CCF}" dt="2022-01-02T20:45:34.388" v="1863"/>
          <ac:spMkLst>
            <pc:docMk/>
            <pc:sldMk cId="1149798840" sldId="361"/>
            <ac:spMk id="2" creationId="{F6538573-C45A-4D3C-93F0-9580E3004734}"/>
          </ac:spMkLst>
        </pc:spChg>
        <pc:spChg chg="del">
          <ac:chgData name="이효민[ 학부재학 / 사이버국방학과 ]" userId="3929b77a-7aa2-4a96-a97d-3b5ce13f9d26" providerId="ADAL" clId="{89AA700A-C87B-4DC7-95D3-DD1D4BD93CCF}" dt="2022-01-02T20:45:41.287" v="1864" actId="22"/>
          <ac:spMkLst>
            <pc:docMk/>
            <pc:sldMk cId="1149798840" sldId="361"/>
            <ac:spMk id="3" creationId="{A78A2427-7B32-4948-8799-AEB01D72CECA}"/>
          </ac:spMkLst>
        </pc:spChg>
        <pc:picChg chg="add mod ord">
          <ac:chgData name="이효민[ 학부재학 / 사이버국방학과 ]" userId="3929b77a-7aa2-4a96-a97d-3b5ce13f9d26" providerId="ADAL" clId="{89AA700A-C87B-4DC7-95D3-DD1D4BD93CCF}" dt="2022-01-02T20:45:47.403" v="1866" actId="1076"/>
          <ac:picMkLst>
            <pc:docMk/>
            <pc:sldMk cId="1149798840" sldId="361"/>
            <ac:picMk id="6" creationId="{1691150F-CAD5-434C-81FC-5D4B6A35039D}"/>
          </ac:picMkLst>
        </pc:picChg>
      </pc:sldChg>
      <pc:sldChg chg="modSp new del mod">
        <pc:chgData name="이효민[ 학부재학 / 사이버국방학과 ]" userId="3929b77a-7aa2-4a96-a97d-3b5ce13f9d26" providerId="ADAL" clId="{89AA700A-C87B-4DC7-95D3-DD1D4BD93CCF}" dt="2022-01-02T20:49:08.123" v="1901" actId="47"/>
        <pc:sldMkLst>
          <pc:docMk/>
          <pc:sldMk cId="4181078703" sldId="362"/>
        </pc:sldMkLst>
        <pc:spChg chg="mod">
          <ac:chgData name="이효민[ 학부재학 / 사이버국방학과 ]" userId="3929b77a-7aa2-4a96-a97d-3b5ce13f9d26" providerId="ADAL" clId="{89AA700A-C87B-4DC7-95D3-DD1D4BD93CCF}" dt="2022-01-02T20:49:02.699" v="1887"/>
          <ac:spMkLst>
            <pc:docMk/>
            <pc:sldMk cId="4181078703" sldId="362"/>
            <ac:spMk id="2" creationId="{42DD2CED-9D83-4C81-9265-F854E88F5726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9:06.298" v="1900" actId="20577"/>
          <ac:spMkLst>
            <pc:docMk/>
            <pc:sldMk cId="4181078703" sldId="362"/>
            <ac:spMk id="3" creationId="{87CE4227-BB12-49B1-9998-625EF88FABD2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89AA700A-C87B-4DC7-95D3-DD1D4BD93CCF}" dt="2021-12-29T08:56:55.227" v="27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89AA700A-C87B-4DC7-95D3-DD1D4BD93CCF}" dt="2021-12-29T08:53:48.864" v="1" actId="478"/>
          <ac:picMkLst>
            <pc:docMk/>
            <pc:sldMasterMk cId="3145777673" sldId="2147483672"/>
            <ac:picMk id="13" creationId="{29BA69F9-0503-4067-AB7A-E231C86B3305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1-12-29T08:56:35.209" v="19" actId="1076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addSp delSp modSp mod">
          <pc:chgData name="이효민[ 학부재학 / 사이버국방학과 ]" userId="3929b77a-7aa2-4a96-a97d-3b5ce13f9d26" providerId="ADAL" clId="{89AA700A-C87B-4DC7-95D3-DD1D4BD93CCF}" dt="2021-12-29T08:56:45.329" v="20"/>
          <pc:sldLayoutMkLst>
            <pc:docMk/>
            <pc:sldMasterMk cId="3145777673" sldId="2147483672"/>
            <pc:sldLayoutMk cId="546768808" sldId="214748367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45.329" v="20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46.469" v="0" actId="478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modSp mod">
          <pc:chgData name="이효민[ 학부재학 / 사이버국방학과 ]" userId="3929b77a-7aa2-4a96-a97d-3b5ce13f9d26" providerId="ADAL" clId="{89AA700A-C87B-4DC7-95D3-DD1D4BD93CCF}" dt="2021-12-29T08:55:42.177" v="16" actId="1076"/>
          <pc:sldLayoutMkLst>
            <pc:docMk/>
            <pc:sldMasterMk cId="3145777673" sldId="2147483672"/>
            <pc:sldLayoutMk cId="2099084053" sldId="2147483674"/>
          </pc:sldLayoutMkLst>
          <pc:spChg chg="mod">
            <ac:chgData name="이효민[ 학부재학 / 사이버국방학과 ]" userId="3929b77a-7aa2-4a96-a97d-3b5ce13f9d26" providerId="ADAL" clId="{89AA700A-C87B-4DC7-95D3-DD1D4BD93CCF}" dt="2021-12-29T08:55:42.177" v="16" actId="1076"/>
            <ac:spMkLst>
              <pc:docMk/>
              <pc:sldMasterMk cId="3145777673" sldId="2147483672"/>
              <pc:sldLayoutMk cId="2099084053" sldId="2147483674"/>
              <ac:spMk id="2" creationId="{00000000-0000-0000-0000-000000000000}"/>
            </ac:spMkLst>
          </pc:sp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6.674" v="21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1.371" v="2" actId="478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6.674" v="21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9.170" v="22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4.305" v="3" actId="478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9.170" v="22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1.500" v="23"/>
          <pc:sldLayoutMkLst>
            <pc:docMk/>
            <pc:sldMasterMk cId="3145777673" sldId="2147483672"/>
            <pc:sldLayoutMk cId="2831446787" sldId="2147483680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1.500" v="23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7.010" v="4" actId="478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2.260" v="24"/>
          <pc:sldLayoutMkLst>
            <pc:docMk/>
            <pc:sldMasterMk cId="3145777673" sldId="2147483672"/>
            <pc:sldLayoutMk cId="366081474" sldId="2147483681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2.260" v="24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8.877" v="5" actId="478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">
          <pc:chgData name="이효민[ 학부재학 / 사이버국방학과 ]" userId="3929b77a-7aa2-4a96-a97d-3b5ce13f9d26" providerId="ADAL" clId="{89AA700A-C87B-4DC7-95D3-DD1D4BD93CCF}" dt="2021-12-29T08:56:53.800" v="26"/>
          <pc:sldLayoutMkLst>
            <pc:docMk/>
            <pc:sldMasterMk cId="3145777673" sldId="2147483672"/>
            <pc:sldLayoutMk cId="1505422099" sldId="2147483682"/>
          </pc:sldLayoutMkLst>
          <pc:picChg chg="add del mod">
            <ac:chgData name="이효민[ 학부재학 / 사이버국방학과 ]" userId="3929b77a-7aa2-4a96-a97d-3b5ce13f9d26" providerId="ADAL" clId="{89AA700A-C87B-4DC7-95D3-DD1D4BD93CCF}" dt="2021-12-29T08:56:53.800" v="26"/>
            <ac:picMkLst>
              <pc:docMk/>
              <pc:sldMasterMk cId="3145777673" sldId="2147483672"/>
              <pc:sldLayoutMk cId="1505422099" sldId="2147483682"/>
              <ac:picMk id="7" creationId="{E88D0D0B-959A-467D-936B-FB5192B98804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5.227" v="27"/>
          <pc:sldLayoutMkLst>
            <pc:docMk/>
            <pc:sldMasterMk cId="3145777673" sldId="2147483672"/>
            <pc:sldLayoutMk cId="3947021700" sldId="214748368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5.227" v="27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4:02.004" v="6" actId="478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lhm1024@korea.edu" userId="3929b77a-7aa2-4a96-a97d-3b5ce13f9d26" providerId="ADAL" clId="{0F02F351-B533-4EE5-81E5-9D148272FC29}"/>
    <pc:docChg chg="modSld">
      <pc:chgData name="lhm1024@korea.edu" userId="3929b77a-7aa2-4a96-a97d-3b5ce13f9d26" providerId="ADAL" clId="{0F02F351-B533-4EE5-81E5-9D148272FC29}" dt="2021-08-06T02:23:41.758" v="7" actId="20577"/>
      <pc:docMkLst>
        <pc:docMk/>
      </pc:docMkLst>
      <pc:sldChg chg="modSp mod">
        <pc:chgData name="lhm1024@korea.edu" userId="3929b77a-7aa2-4a96-a97d-3b5ce13f9d26" providerId="ADAL" clId="{0F02F351-B533-4EE5-81E5-9D148272FC29}" dt="2021-08-06T01:54:51.613" v="0" actId="20577"/>
        <pc:sldMkLst>
          <pc:docMk/>
          <pc:sldMk cId="3993003946" sldId="289"/>
        </pc:sldMkLst>
        <pc:spChg chg="mod">
          <ac:chgData name="lhm1024@korea.edu" userId="3929b77a-7aa2-4a96-a97d-3b5ce13f9d26" providerId="ADAL" clId="{0F02F351-B533-4EE5-81E5-9D148272FC29}" dt="2021-08-06T01:54:51.613" v="0" actId="20577"/>
          <ac:spMkLst>
            <pc:docMk/>
            <pc:sldMk cId="3993003946" sldId="289"/>
            <ac:spMk id="3" creationId="{155133CE-E410-4827-9D25-DBE617DBE29C}"/>
          </ac:spMkLst>
        </pc:spChg>
      </pc:sldChg>
      <pc:sldChg chg="modSp mod">
        <pc:chgData name="lhm1024@korea.edu" userId="3929b77a-7aa2-4a96-a97d-3b5ce13f9d26" providerId="ADAL" clId="{0F02F351-B533-4EE5-81E5-9D148272FC29}" dt="2021-08-06T02:23:41.758" v="7" actId="20577"/>
        <pc:sldMkLst>
          <pc:docMk/>
          <pc:sldMk cId="2416698218" sldId="317"/>
        </pc:sldMkLst>
        <pc:spChg chg="mod">
          <ac:chgData name="lhm1024@korea.edu" userId="3929b77a-7aa2-4a96-a97d-3b5ce13f9d26" providerId="ADAL" clId="{0F02F351-B533-4EE5-81E5-9D148272FC29}" dt="2021-08-06T02:23:41.758" v="7" actId="20577"/>
          <ac:spMkLst>
            <pc:docMk/>
            <pc:sldMk cId="2416698218" sldId="317"/>
            <ac:spMk id="3" creationId="{0FACA2A7-FA49-4095-9072-93FD8A69BF12}"/>
          </ac:spMkLst>
        </pc:spChg>
      </pc:sldChg>
    </pc:docChg>
  </pc:docChgLst>
  <pc:docChgLst>
    <pc:chgData name="이효민[ 학부재학 / 사이버국방학과 ]" userId="3929b77a-7aa2-4a96-a97d-3b5ce13f9d26" providerId="ADAL" clId="{CBCFB9C0-EDF3-5342-8147-20A4DD1F18B7}"/>
    <pc:docChg chg="modSld modShowInfo">
      <pc:chgData name="이효민[ 학부재학 / 사이버국방학과 ]" userId="3929b77a-7aa2-4a96-a97d-3b5ce13f9d26" providerId="ADAL" clId="{CBCFB9C0-EDF3-5342-8147-20A4DD1F18B7}" dt="2022-12-23T10:09:27.671" v="18" actId="2744"/>
      <pc:docMkLst>
        <pc:docMk/>
      </pc:docMkLst>
      <pc:sldChg chg="mod modShow">
        <pc:chgData name="이효민[ 학부재학 / 사이버국방학과 ]" userId="3929b77a-7aa2-4a96-a97d-3b5ce13f9d26" providerId="ADAL" clId="{CBCFB9C0-EDF3-5342-8147-20A4DD1F18B7}" dt="2022-12-23T10:08:11.012" v="15" actId="729"/>
        <pc:sldMkLst>
          <pc:docMk/>
          <pc:sldMk cId="4271878798" sldId="256"/>
        </pc:sldMkLst>
      </pc:sldChg>
      <pc:sldChg chg="modSp mod">
        <pc:chgData name="이효민[ 학부재학 / 사이버국방학과 ]" userId="3929b77a-7aa2-4a96-a97d-3b5ce13f9d26" providerId="ADAL" clId="{CBCFB9C0-EDF3-5342-8147-20A4DD1F18B7}" dt="2022-12-23T10:01:06.906" v="10" actId="20577"/>
        <pc:sldMkLst>
          <pc:docMk/>
          <pc:sldMk cId="365798377" sldId="348"/>
        </pc:sldMkLst>
        <pc:spChg chg="mod">
          <ac:chgData name="이효민[ 학부재학 / 사이버국방학과 ]" userId="3929b77a-7aa2-4a96-a97d-3b5ce13f9d26" providerId="ADAL" clId="{CBCFB9C0-EDF3-5342-8147-20A4DD1F18B7}" dt="2022-12-23T10:01:06.906" v="10" actId="20577"/>
          <ac:spMkLst>
            <pc:docMk/>
            <pc:sldMk cId="365798377" sldId="348"/>
            <ac:spMk id="3" creationId="{E9FAF3EC-D595-4ABA-AF8D-D9EEAEB2D5B9}"/>
          </ac:spMkLst>
        </pc:spChg>
      </pc:sldChg>
    </pc:docChg>
  </pc:docChgLst>
  <pc:docChgLst>
    <pc:chgData name="이효민[ 학부재학 / 사이버국방학과 ]" userId="S::lhm1024@korea.edu::3929b77a-7aa2-4a96-a97d-3b5ce13f9d26" providerId="AD" clId="Web-{6EB83F11-3CD7-45CD-A060-8FE1D5F6A3F8}"/>
    <pc:docChg chg="addSld sldOrd modSection">
      <pc:chgData name="이효민[ 학부재학 / 사이버국방학과 ]" userId="S::lhm1024@korea.edu::3929b77a-7aa2-4a96-a97d-3b5ce13f9d26" providerId="AD" clId="Web-{6EB83F11-3CD7-45CD-A060-8FE1D5F6A3F8}" dt="2021-07-08T07:00:35.629" v="18"/>
      <pc:docMkLst>
        <pc:docMk/>
      </pc:docMkLst>
      <pc:sldChg chg="ord">
        <pc:chgData name="이효민[ 학부재학 / 사이버국방학과 ]" userId="S::lhm1024@korea.edu::3929b77a-7aa2-4a96-a97d-3b5ce13f9d26" providerId="AD" clId="Web-{6EB83F11-3CD7-45CD-A060-8FE1D5F6A3F8}" dt="2021-07-08T07:00:35.629" v="18"/>
        <pc:sldMkLst>
          <pc:docMk/>
          <pc:sldMk cId="3682925829" sldId="311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7"/>
        <pc:sldMkLst>
          <pc:docMk/>
          <pc:sldMk cId="3564423949" sldId="312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6"/>
        <pc:sldMkLst>
          <pc:docMk/>
          <pc:sldMk cId="228712980" sldId="313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5"/>
        <pc:sldMkLst>
          <pc:docMk/>
          <pc:sldMk cId="2150555230" sldId="314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4"/>
        <pc:sldMkLst>
          <pc:docMk/>
          <pc:sldMk cId="840296087" sldId="315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3"/>
        <pc:sldMkLst>
          <pc:docMk/>
          <pc:sldMk cId="607939077" sldId="316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2"/>
        <pc:sldMkLst>
          <pc:docMk/>
          <pc:sldMk cId="2416698218" sldId="317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1"/>
        <pc:sldMkLst>
          <pc:docMk/>
          <pc:sldMk cId="1137838211" sldId="318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0"/>
        <pc:sldMkLst>
          <pc:docMk/>
          <pc:sldMk cId="1114188019" sldId="319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9"/>
        <pc:sldMkLst>
          <pc:docMk/>
          <pc:sldMk cId="2617413653" sldId="320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8"/>
        <pc:sldMkLst>
          <pc:docMk/>
          <pc:sldMk cId="78947117" sldId="321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03" v="0"/>
        <pc:sldMkLst>
          <pc:docMk/>
          <pc:sldMk cId="3247097004" sldId="323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96" v="1"/>
        <pc:sldMkLst>
          <pc:docMk/>
          <pc:sldMk cId="1579073654" sldId="324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43" v="2"/>
        <pc:sldMkLst>
          <pc:docMk/>
          <pc:sldMk cId="2650239397" sldId="325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90" v="3"/>
        <pc:sldMkLst>
          <pc:docMk/>
          <pc:sldMk cId="3039382090" sldId="326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53" v="4"/>
        <pc:sldMkLst>
          <pc:docMk/>
          <pc:sldMk cId="168451364" sldId="327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99" v="5"/>
        <pc:sldMkLst>
          <pc:docMk/>
          <pc:sldMk cId="601295334" sldId="328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262" v="6"/>
        <pc:sldMkLst>
          <pc:docMk/>
          <pc:sldMk cId="4141664827" sldId="329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9:28.987" v="7"/>
        <pc:sldMkLst>
          <pc:docMk/>
          <pc:sldMk cId="1902405254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CA8A9-F0F6-47A0-AE59-EE8BA1D350D0}" type="datetimeFigureOut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599-2837-4A6A-84AA-59C1DB2CD0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64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61804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958473"/>
            <a:ext cx="10058400" cy="410746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B638-323D-49B2-BB1A-66B6C384CB8A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4625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DAA0D7A3-6928-4C01-A482-7794986FF1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8290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07723"/>
            <a:ext cx="1005840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v"/>
              <a:defRPr b="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CAE5-601C-4E85-AD8D-C7C12DB03930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928E83-8EB3-4F03-A738-F765C3B8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08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A3C6A-53FA-4313-AAF8-38289F9BDB37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6A2A5D-356D-40C2-894B-D0B47CDD04D5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5285024-8F71-45B0-B709-E4A899DBC3B4}"/>
              </a:ext>
            </a:extLst>
          </p:cNvPr>
          <p:cNvSpPr txBox="1">
            <a:spLocks/>
          </p:cNvSpPr>
          <p:nvPr userDrawn="1"/>
        </p:nvSpPr>
        <p:spPr>
          <a:xfrm>
            <a:off x="5641805" y="60688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4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3B7FE58E-2497-4D0D-A840-8D897A3073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2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A3117-E2A6-4AC4-8122-B1F047B6E776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6E3C41-F5BF-4839-A28F-442362EBCB08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8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98D8-68FB-4B04-88C3-8B03BABBF707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E869A7D-4466-4F38-AF3D-C8F6331593D2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71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D8E8-BF08-4215-82FA-6C38FBEA1CDA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019259-247C-403D-B974-F1F579D0B893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11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1143-153F-4F7F-99C3-6DE50F1B9E66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EF6F52-6374-48E3-A0AA-8AA260415017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98451C86-C339-4FF7-8A13-0B63E9B4F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31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B991D8-E253-4E81-B2F0-83165905CE29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0981C88-C510-44CF-80A8-6D2DD4D12EA6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1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1699C7EA-96C9-421E-9F3C-C664E83A95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44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9E6337-4C87-4AAC-85FB-A1A543922A7C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1A4BE99F-4AE2-4BEA-8D48-B1BF3C8FDF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8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2BE6-98E0-4461-8058-037AE57844FD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DDB8FD-FCF8-44F9-933F-AA03AEC79344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42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AB4B-15D1-4BA8-BE88-443A455D2818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AB7DEE-0E95-413B-B102-8E885B6407DA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717264EC-A67D-40EC-9C6B-5D0A30610B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02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6A888A-EFAA-479A-8905-167092D8D4D0}" type="datetime1">
              <a:rPr lang="ko-KR" altLang="en-US" smtClean="0"/>
              <a:t>2022. 12. 23.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1EF39420-1696-4E54-87DF-79AD7DE809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7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a고딕15" panose="02020600000000000000" pitchFamily="18" charset="-127"/>
          <a:ea typeface="a고딕15" panose="02020600000000000000" pitchFamily="18" charset="-127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TofunAI6f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mailto:lhm1024@korea.ac.k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205318"/>
            <a:ext cx="10058400" cy="16357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Web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Security 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소수전공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98261"/>
            <a:ext cx="10058400" cy="801266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a고딕13" panose="02020600000000000000" pitchFamily="18" charset="-127"/>
                <a:ea typeface="a고딕13" panose="02020600000000000000" pitchFamily="18" charset="-127"/>
              </a:rPr>
              <a:t>이효민</a:t>
            </a:r>
          </a:p>
        </p:txBody>
      </p:sp>
    </p:spTree>
    <p:extLst>
      <p:ext uri="{BB962C8B-B14F-4D97-AF65-F5344CB8AC3E}">
        <p14:creationId xmlns:p14="http://schemas.microsoft.com/office/powerpoint/2010/main" val="427187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97E7-CDC4-491E-B123-9B51288F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6ED39-4317-4F55-8003-2D3059F9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OT</a:t>
            </a:r>
          </a:p>
          <a:p>
            <a:r>
              <a:rPr lang="en-US" altLang="ko-KR" dirty="0"/>
              <a:t>The basics of web hacking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A9907-FD90-4D06-AEC5-16C6A702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44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B08DA-8E85-45A7-9142-736ACE68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AF3EC-D595-4ABA-AF8D-D9EEAEB2D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12/23 ~ 1/3</a:t>
            </a:r>
          </a:p>
          <a:p>
            <a:endParaRPr lang="en-US" altLang="ko-KR" dirty="0"/>
          </a:p>
          <a:p>
            <a:r>
              <a:rPr lang="ko-KR" altLang="en-US" dirty="0"/>
              <a:t>오프라인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이론 </a:t>
            </a:r>
            <a:r>
              <a:rPr lang="en-US" altLang="ko-KR" dirty="0"/>
              <a:t>+ </a:t>
            </a:r>
            <a:r>
              <a:rPr lang="ko-KR" altLang="en-US" dirty="0"/>
              <a:t>실습 강의로 진행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질문 많이 해주세요</a:t>
            </a:r>
            <a:r>
              <a:rPr lang="en-US" altLang="ko-KR" dirty="0"/>
              <a:t>~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541024-8EAB-4F6F-9E72-A8D2FE61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98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0618D-48A2-4AE3-81F9-FCEDA07DC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Hacking?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A09ED7-4ADC-42E1-A476-019BAB6F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해킹이 무엇인가요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3BBC2-699A-4CDC-9CF1-B0BED8EF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3F41FF-FCE2-4B13-99A7-CFB94A73E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913" y="2514600"/>
            <a:ext cx="9493008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6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D3D1B-BE26-4B92-AE92-6F3B1F5F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</a:t>
            </a:r>
            <a:r>
              <a:rPr lang="ko-KR" altLang="en-US" dirty="0"/>
              <a:t> </a:t>
            </a:r>
            <a:r>
              <a:rPr lang="en-US" altLang="ko-KR" dirty="0"/>
              <a:t>Hacking?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28D56-990B-433B-A98E-C091EC26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무언가를 분석하고 이해하는 데서 얻어지는 즐거움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호기심이 이끄는 행위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법의 선을 잘 지켜야함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How to learn real hacking - YouTube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90F573-31D5-4E1A-A27D-130D78B3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1801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F2BA0-8011-471F-AEB5-77E475A4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Hacking?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DAB59D-5337-478A-85B8-B9A1F922B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기술적 해킹</a:t>
            </a:r>
            <a:endParaRPr lang="en-US" altLang="ko-KR" dirty="0"/>
          </a:p>
          <a:p>
            <a:pPr lvl="1"/>
            <a:r>
              <a:rPr lang="ko-KR" altLang="en-US" dirty="0"/>
              <a:t>타겟 시스템과 기술에 대해 깊게 이해</a:t>
            </a:r>
            <a:endParaRPr lang="en-US" altLang="ko-KR" dirty="0"/>
          </a:p>
          <a:p>
            <a:pPr lvl="1"/>
            <a:r>
              <a:rPr lang="ko-KR" altLang="en-US" dirty="0"/>
              <a:t>높은 비용이 들지만 은밀한 공격을 수행 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사회공학적 해킹</a:t>
            </a:r>
            <a:endParaRPr lang="en-US" altLang="ko-KR" dirty="0"/>
          </a:p>
          <a:p>
            <a:pPr lvl="1"/>
            <a:r>
              <a:rPr lang="ko-KR" altLang="en-US" dirty="0"/>
              <a:t>높은 비용이 들지만 은밀한 공격을 수행 가능</a:t>
            </a:r>
            <a:endParaRPr lang="en-US" altLang="ko-KR" dirty="0"/>
          </a:p>
          <a:p>
            <a:pPr lvl="1"/>
            <a:r>
              <a:rPr lang="ko-KR" altLang="en-US" dirty="0"/>
              <a:t>쉽게 가능하면서 사람들이 많이 당함</a:t>
            </a:r>
            <a:r>
              <a:rPr lang="en-US" altLang="ko-KR" dirty="0"/>
              <a:t>. </a:t>
            </a:r>
            <a:r>
              <a:rPr lang="ko-KR" altLang="en-US" dirty="0"/>
              <a:t>하지만 눈에 잘 띄는 공격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EE511-2286-4AE2-80C5-DAE39839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04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9D40B-CD94-48AC-8768-B2B126F0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해킹의 범주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A5D00A-9CA6-435A-BCC5-0944C5001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War</a:t>
            </a:r>
          </a:p>
          <a:p>
            <a:pPr lvl="1"/>
            <a:r>
              <a:rPr lang="ko-KR" altLang="en-US" dirty="0"/>
              <a:t>국가 간의 전쟁</a:t>
            </a:r>
            <a:endParaRPr lang="en-US" altLang="ko-KR" dirty="0"/>
          </a:p>
          <a:p>
            <a:r>
              <a:rPr lang="ko-KR" altLang="en-US" dirty="0"/>
              <a:t>돈과 명예</a:t>
            </a:r>
            <a:endParaRPr lang="en-US" altLang="ko-KR" dirty="0"/>
          </a:p>
          <a:p>
            <a:pPr lvl="1"/>
            <a:r>
              <a:rPr lang="ko-KR" altLang="en-US" dirty="0" err="1"/>
              <a:t>버그바운티</a:t>
            </a:r>
            <a:endParaRPr lang="en-US" altLang="ko-KR" dirty="0"/>
          </a:p>
          <a:p>
            <a:pPr lvl="1"/>
            <a:r>
              <a:rPr lang="en-US" altLang="ko-KR" dirty="0"/>
              <a:t>CTF</a:t>
            </a:r>
          </a:p>
          <a:p>
            <a:pPr lvl="1"/>
            <a:r>
              <a:rPr lang="ko-KR" altLang="en-US" dirty="0"/>
              <a:t>취약점 거래</a:t>
            </a:r>
            <a:endParaRPr lang="en-US" altLang="ko-KR" dirty="0"/>
          </a:p>
          <a:p>
            <a:r>
              <a:rPr lang="ko-KR" altLang="en-US" dirty="0"/>
              <a:t>직업</a:t>
            </a:r>
            <a:endParaRPr lang="en-US" altLang="ko-KR" dirty="0"/>
          </a:p>
          <a:p>
            <a:pPr lvl="1"/>
            <a:r>
              <a:rPr lang="ko-KR" altLang="en-US" dirty="0" err="1"/>
              <a:t>모의해킹</a:t>
            </a:r>
            <a:r>
              <a:rPr lang="en-US" altLang="ko-KR" dirty="0"/>
              <a:t>, </a:t>
            </a:r>
            <a:r>
              <a:rPr lang="ko-KR" altLang="en-US" dirty="0"/>
              <a:t>컨설팅</a:t>
            </a:r>
            <a:r>
              <a:rPr lang="en-US" altLang="ko-KR" dirty="0"/>
              <a:t>, </a:t>
            </a:r>
            <a:r>
              <a:rPr lang="ko-KR" altLang="en-US" dirty="0"/>
              <a:t>연구 개발</a:t>
            </a:r>
            <a:endParaRPr lang="en-US" altLang="ko-KR" dirty="0"/>
          </a:p>
          <a:p>
            <a:r>
              <a:rPr lang="ko-KR" altLang="en-US" dirty="0"/>
              <a:t>취미</a:t>
            </a:r>
            <a:endParaRPr lang="en-US" altLang="ko-KR" dirty="0"/>
          </a:p>
          <a:p>
            <a:pPr lvl="1"/>
            <a:r>
              <a:rPr lang="ko-KR" altLang="en-US" dirty="0"/>
              <a:t>프로그램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77FED-82BA-4320-9B4E-B8024DC0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828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2270A-30BB-44B9-9906-57D6FCCC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Hacker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2B04EA-61EB-4FBE-81D1-40744CE57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Black Hat</a:t>
            </a:r>
          </a:p>
          <a:p>
            <a:endParaRPr lang="en-US" altLang="ko-KR" dirty="0"/>
          </a:p>
          <a:p>
            <a:r>
              <a:rPr lang="en-US" altLang="ko-KR" dirty="0"/>
              <a:t>Gray Hat</a:t>
            </a:r>
          </a:p>
          <a:p>
            <a:endParaRPr lang="en-US" altLang="ko-KR" dirty="0"/>
          </a:p>
          <a:p>
            <a:r>
              <a:rPr lang="en-US" altLang="ko-KR" dirty="0"/>
              <a:t>White Hat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630B0B-705C-4E0D-8F42-EEF10090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474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5444C-9F9F-474D-8588-7A4C4059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보안 취약점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F9B7-6FA1-40A1-8E29-435855FB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설계상 결함을 이용해 본래 설계한 의도와는 다르게 공격자의 의도된 동작을 수행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하드웨어</a:t>
            </a:r>
            <a:r>
              <a:rPr lang="en-US" altLang="ko-KR" dirty="0"/>
              <a:t>, </a:t>
            </a:r>
            <a:r>
              <a:rPr lang="ko-KR" altLang="en-US" dirty="0"/>
              <a:t>소프트웨어</a:t>
            </a:r>
            <a:r>
              <a:rPr lang="en-US" altLang="ko-KR" dirty="0"/>
              <a:t>, </a:t>
            </a:r>
            <a:r>
              <a:rPr lang="ko-KR" altLang="en-US" dirty="0"/>
              <a:t>환경 및 시설 등 다양하게 존재함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B70A3-BB5B-4D49-81EE-D72B70E7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FB8ADB-4859-4AFC-B48E-AFEAC90ED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05" y="3661475"/>
            <a:ext cx="3077004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11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5444C-9F9F-474D-8588-7A4C4059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개발과 해킹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F9B7-6FA1-40A1-8E29-435855FB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이론적으로</a:t>
            </a:r>
            <a:r>
              <a:rPr lang="en-US" altLang="ko-KR" dirty="0"/>
              <a:t>, </a:t>
            </a:r>
            <a:r>
              <a:rPr lang="ko-KR" altLang="en-US" dirty="0"/>
              <a:t>새로운 기술이 개발되면 새로운 허점 또한 생기기 마련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SDL(Security Development Lifecycle) </a:t>
            </a:r>
            <a:r>
              <a:rPr lang="ko-KR" altLang="en-US" dirty="0"/>
              <a:t>같은 개발 보안 방법론 등이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트렌디한</a:t>
            </a:r>
            <a:r>
              <a:rPr lang="ko-KR" altLang="en-US" dirty="0"/>
              <a:t> 해킹을 하기 위해선 새로운 개발 동향을 읽을 필요가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개발에 대한 이해가 곧 해킹의 깊이이기도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B70A3-BB5B-4D49-81EE-D72B70E7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932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5444C-9F9F-474D-8588-7A4C4059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취약점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F9B7-6FA1-40A1-8E29-435855FB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다양한 프로그래밍 언어</a:t>
            </a:r>
            <a:r>
              <a:rPr lang="en-US" altLang="ko-KR" dirty="0"/>
              <a:t>, </a:t>
            </a:r>
            <a:r>
              <a:rPr lang="ko-KR" altLang="en-US" dirty="0"/>
              <a:t>프레임워크가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오픈 소스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설계 상의 허점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버그가 없는 소프트웨어는 없음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B70A3-BB5B-4D49-81EE-D72B70E7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7600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5444C-9F9F-474D-8588-7A4C4059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취약점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F9B7-6FA1-40A1-8E29-435855FB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단순 버그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공격 가능성 있는 취약점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공격 가능한 취약점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어디에서나 </a:t>
            </a:r>
            <a:r>
              <a:rPr lang="en-US" altLang="ko-KR" dirty="0"/>
              <a:t>Reliable</a:t>
            </a:r>
            <a:r>
              <a:rPr lang="ko-KR" altLang="en-US" dirty="0"/>
              <a:t>한 취약점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 </a:t>
            </a:r>
            <a:r>
              <a:rPr lang="ko-KR" altLang="en-US" dirty="0"/>
              <a:t>공격 성공 확률이 높을수록 파급력 높음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B70A3-BB5B-4D49-81EE-D72B70E7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780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5444C-9F9F-474D-8588-7A4C4059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취약점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F9B7-6FA1-40A1-8E29-435855FB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0-day</a:t>
            </a:r>
            <a:r>
              <a:rPr lang="ko-KR" altLang="en-US" dirty="0"/>
              <a:t> 취약점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1-day</a:t>
            </a:r>
            <a:r>
              <a:rPr lang="ko-KR" altLang="en-US" dirty="0"/>
              <a:t> 취약점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B70A3-BB5B-4D49-81EE-D72B70E7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98F5E0-E299-4802-A52D-424D78052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40" y="1925365"/>
            <a:ext cx="5059680" cy="39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5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5444C-9F9F-474D-8588-7A4C4059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취약점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F9B7-6FA1-40A1-8E29-435855FB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CVE</a:t>
            </a:r>
            <a:r>
              <a:rPr lang="ko-KR" altLang="en-US" dirty="0"/>
              <a:t> </a:t>
            </a:r>
            <a:r>
              <a:rPr lang="en-US" altLang="ko-KR" dirty="0"/>
              <a:t>(Common</a:t>
            </a:r>
            <a:r>
              <a:rPr lang="ko-KR" altLang="en-US" dirty="0"/>
              <a:t> </a:t>
            </a:r>
            <a:r>
              <a:rPr lang="en-US" altLang="ko-KR" dirty="0"/>
              <a:t>Vulnerabilities Exposure)</a:t>
            </a:r>
          </a:p>
          <a:p>
            <a:pPr lvl="1"/>
            <a:r>
              <a:rPr lang="ko-KR" altLang="en-US" dirty="0"/>
              <a:t>공개적으로 알려진 소프트웨어의 보안취약점을 가리키는 고유 표기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B70A3-BB5B-4D49-81EE-D72B70E7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28D1AA-51B6-49C4-97E3-CC3C96323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633" y="3320168"/>
            <a:ext cx="603969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9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5444C-9F9F-474D-8588-7A4C4059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취약점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F9B7-6FA1-40A1-8E29-435855FB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타겟 선정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소스코드나 역공학을 통한 분석</a:t>
            </a:r>
            <a:endParaRPr lang="en-US" altLang="ko-KR" dirty="0"/>
          </a:p>
          <a:p>
            <a:pPr lvl="1"/>
            <a:r>
              <a:rPr lang="en-US" altLang="ko-KR" dirty="0"/>
              <a:t>Whitebox testing</a:t>
            </a:r>
          </a:p>
          <a:p>
            <a:pPr lvl="1"/>
            <a:r>
              <a:rPr lang="en-US" altLang="ko-KR" dirty="0"/>
              <a:t>Blackbox testing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취약점 점검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개념 증명 </a:t>
            </a:r>
            <a:r>
              <a:rPr lang="en-US" altLang="ko-KR" dirty="0"/>
              <a:t>(Proof-of-Concept)</a:t>
            </a:r>
          </a:p>
          <a:p>
            <a:endParaRPr lang="en-US" altLang="ko-KR" dirty="0"/>
          </a:p>
          <a:p>
            <a:r>
              <a:rPr lang="en-US" altLang="ko-KR" dirty="0"/>
              <a:t>Exploit </a:t>
            </a:r>
            <a:r>
              <a:rPr lang="ko-KR" altLang="en-US" dirty="0"/>
              <a:t>제작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B70A3-BB5B-4D49-81EE-D72B70E7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8858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38573-C45A-4D3C-93F0-9580E300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버그 헌팅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691150F-CAD5-434C-81FC-5D4B6A350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573" y="2510725"/>
            <a:ext cx="8322854" cy="281538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FFA97B-C7EC-45A3-A485-71A760EA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9798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00234-80A3-444D-8D82-86FA8467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윤리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7DE4DE-F309-4451-8606-B34C1314C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상황</a:t>
            </a:r>
            <a:r>
              <a:rPr lang="en-US" altLang="ko-KR" dirty="0"/>
              <a:t>1) </a:t>
            </a:r>
            <a:r>
              <a:rPr lang="ko-KR" altLang="en-US" dirty="0"/>
              <a:t>만약  내가 가진 기술로 취약점을 발견 했다면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Ex) </a:t>
            </a:r>
            <a:r>
              <a:rPr lang="ko-KR" altLang="en-US" dirty="0"/>
              <a:t>게임 프로그램의 게임 </a:t>
            </a:r>
            <a:r>
              <a:rPr lang="ko-KR" altLang="en-US" dirty="0" err="1"/>
              <a:t>머니를</a:t>
            </a:r>
            <a:r>
              <a:rPr lang="ko-KR" altLang="en-US" dirty="0"/>
              <a:t> 조작할 수 있는 취약점</a:t>
            </a:r>
            <a:endParaRPr lang="en-US" altLang="ko-KR" dirty="0"/>
          </a:p>
          <a:p>
            <a:pPr lvl="2"/>
            <a:r>
              <a:rPr lang="ko-KR" altLang="en-US" dirty="0"/>
              <a:t>취약점 제보</a:t>
            </a:r>
            <a:endParaRPr lang="en-US" altLang="ko-KR" dirty="0"/>
          </a:p>
          <a:p>
            <a:pPr lvl="2"/>
            <a:r>
              <a:rPr lang="ko-KR" altLang="en-US" dirty="0"/>
              <a:t>악용하면 </a:t>
            </a:r>
            <a:r>
              <a:rPr lang="ko-KR" altLang="en-US" dirty="0" err="1"/>
              <a:t>철컹철컹</a:t>
            </a:r>
            <a:endParaRPr lang="en-US" altLang="ko-KR" dirty="0"/>
          </a:p>
          <a:p>
            <a:r>
              <a:rPr lang="ko-KR" altLang="en-US" dirty="0"/>
              <a:t>그러나 상황</a:t>
            </a:r>
            <a:r>
              <a:rPr lang="en-US" altLang="ko-KR" dirty="0"/>
              <a:t>1 </a:t>
            </a:r>
            <a:r>
              <a:rPr lang="ko-KR" altLang="en-US" dirty="0"/>
              <a:t>자체가 불법일 수도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실제 서비스 중인 웹사이트나 시스템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보안장비 등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정보통신서비스 제공자의 동의를 받지 않고 정당한 접근권한 없이 또는 허용된 접근 권한을 넘어 취약점을 발굴하는 행위는 </a:t>
            </a:r>
            <a:r>
              <a:rPr lang="ko-KR" altLang="en-US" b="1" i="0" dirty="0">
                <a:solidFill>
                  <a:srgbClr val="F5292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정보통신망 침입행위로 간주될 수 있으므로 평가 및 포상대상에서 제외됨은 물론</a:t>
            </a:r>
            <a:r>
              <a:rPr lang="en-US" altLang="ko-KR" b="1" i="0" dirty="0">
                <a:solidFill>
                  <a:srgbClr val="F5292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i="0" dirty="0">
                <a:solidFill>
                  <a:srgbClr val="F5292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법에 의해 처벌받을 수 있습니다</a:t>
            </a:r>
            <a:r>
              <a:rPr lang="en-US" altLang="ko-KR" b="1" i="0" dirty="0">
                <a:solidFill>
                  <a:srgbClr val="F5292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「정보통신망 이용촉진 및 정보보호 등에 관한 법률」 제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48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71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i="0" dirty="0" err="1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항제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b="0" i="0" dirty="0" err="1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호및제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항 참고</a:t>
            </a:r>
            <a:r>
              <a:rPr lang="en-US" altLang="ko-KR" b="0" i="0" dirty="0">
                <a:solidFill>
                  <a:srgbClr val="8A8A8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dirty="0">
                <a:solidFill>
                  <a:schemeClr val="tx1"/>
                </a:solidFill>
              </a:rPr>
              <a:t>허용된 범위 내에서 취약점을 발굴해야 함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r>
              <a:rPr lang="ko-KR" altLang="en-US" dirty="0">
                <a:solidFill>
                  <a:schemeClr val="tx1"/>
                </a:solidFill>
              </a:rPr>
              <a:t>무작정 발굴을 시도하는 행위는 법에 저촉될 수 있음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FDD29D-EF41-48A1-986A-D575386E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1126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7D531-5F95-463C-A4A2-06F609A5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윤리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192ACC-0712-410B-A2B1-4D9F537C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육군 예하부대 홈페이지 취약점 제보 사건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latin typeface="NanumGothic"/>
              </a:rPr>
              <a:t>국내 모 대학 보안 전공자가 육군 예하부대 홈페이지의 취약성을 점검</a:t>
            </a:r>
            <a:endParaRPr lang="en-US" altLang="ko-KR" b="0" i="0" dirty="0">
              <a:solidFill>
                <a:srgbClr val="333333"/>
              </a:solidFill>
              <a:effectLst/>
              <a:latin typeface="NanumGothic"/>
            </a:endParaRPr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latin typeface="NanumGothic"/>
              </a:rPr>
              <a:t>이어 제보자는 국내 모 언론사에도 관련 사실</a:t>
            </a:r>
            <a:r>
              <a:rPr lang="ko-KR" altLang="en-US" dirty="0">
                <a:solidFill>
                  <a:srgbClr val="333333"/>
                </a:solidFill>
                <a:latin typeface="NanumGothic"/>
              </a:rPr>
              <a:t>을 알림</a:t>
            </a:r>
            <a:endParaRPr lang="en-US" altLang="ko-KR" dirty="0">
              <a:solidFill>
                <a:srgbClr val="333333"/>
              </a:solidFill>
              <a:latin typeface="NanumGothic"/>
            </a:endParaRPr>
          </a:p>
          <a:p>
            <a:r>
              <a:rPr lang="ko-KR" altLang="en-US" dirty="0">
                <a:solidFill>
                  <a:srgbClr val="333333"/>
                </a:solidFill>
                <a:latin typeface="NanumGothic"/>
              </a:rPr>
              <a:t>선의의 목적은 객관적으로 증명될 수 없다</a:t>
            </a:r>
            <a:r>
              <a:rPr lang="en-US" altLang="ko-KR" dirty="0">
                <a:solidFill>
                  <a:srgbClr val="333333"/>
                </a:solidFill>
                <a:latin typeface="NanumGothic"/>
              </a:rPr>
              <a:t>. (</a:t>
            </a:r>
            <a:r>
              <a:rPr lang="ko-KR" altLang="en-US" dirty="0">
                <a:solidFill>
                  <a:srgbClr val="333333"/>
                </a:solidFill>
                <a:latin typeface="NanumGothic"/>
              </a:rPr>
              <a:t>기타 이상행위를 했을 가능성도 있음</a:t>
            </a:r>
            <a:r>
              <a:rPr lang="en-US" altLang="ko-KR" dirty="0">
                <a:solidFill>
                  <a:srgbClr val="333333"/>
                </a:solidFill>
                <a:latin typeface="NanumGothic"/>
              </a:rPr>
              <a:t>)</a:t>
            </a:r>
          </a:p>
          <a:p>
            <a:endParaRPr lang="en-US" altLang="ko-KR" dirty="0">
              <a:solidFill>
                <a:srgbClr val="333333"/>
              </a:solidFill>
              <a:latin typeface="NanumGothic"/>
            </a:endParaRPr>
          </a:p>
          <a:p>
            <a:endParaRPr lang="en-US" altLang="ko-KR" dirty="0">
              <a:solidFill>
                <a:srgbClr val="333333"/>
              </a:solidFill>
              <a:latin typeface="NanumGothic"/>
            </a:endParaRPr>
          </a:p>
          <a:p>
            <a:endParaRPr lang="en-US" altLang="ko-KR" dirty="0">
              <a:solidFill>
                <a:srgbClr val="333333"/>
              </a:solidFill>
              <a:latin typeface="NanumGothic"/>
            </a:endParaRPr>
          </a:p>
          <a:p>
            <a:endParaRPr lang="en-US" altLang="ko-KR" dirty="0">
              <a:solidFill>
                <a:srgbClr val="333333"/>
              </a:solidFill>
              <a:latin typeface="NanumGothic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CD09B-FE6D-4E71-95BF-BC62C33D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47B317-8B49-4208-AEEB-240F8186A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29000"/>
            <a:ext cx="9088118" cy="14003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0897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79500-2C62-4D8E-ABFB-55B021CF5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웹해킹과</a:t>
            </a:r>
            <a:r>
              <a:rPr lang="ko-KR" altLang="en-US" dirty="0"/>
              <a:t> 윤리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E3A38-7A74-4A94-B4AB-E90F7246F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Sqlmap</a:t>
            </a:r>
            <a:r>
              <a:rPr lang="en-US" altLang="ko-KR" dirty="0"/>
              <a:t> </a:t>
            </a:r>
            <a:r>
              <a:rPr lang="ko-KR" altLang="en-US" dirty="0"/>
              <a:t>과 같은 자동화 도구를 사이트에 돌리다가</a:t>
            </a:r>
            <a:r>
              <a:rPr lang="en-US" altLang="ko-KR" dirty="0"/>
              <a:t>, </a:t>
            </a:r>
            <a:r>
              <a:rPr lang="ko-KR" altLang="en-US" dirty="0"/>
              <a:t>페이지가 먹통 될 수 있음</a:t>
            </a:r>
            <a:r>
              <a:rPr lang="en-US" altLang="ko-KR" dirty="0"/>
              <a:t>. =&gt; </a:t>
            </a:r>
            <a:r>
              <a:rPr lang="ko-KR" altLang="en-US" dirty="0" err="1"/>
              <a:t>철컹철컹</a:t>
            </a:r>
            <a:endParaRPr lang="en-US" altLang="ko-KR" dirty="0"/>
          </a:p>
          <a:p>
            <a:r>
              <a:rPr lang="en-US" altLang="ko-KR" dirty="0"/>
              <a:t>Web service</a:t>
            </a:r>
            <a:r>
              <a:rPr lang="ko-KR" altLang="en-US" dirty="0"/>
              <a:t>는 대부분 실제 서비스 중이다</a:t>
            </a:r>
            <a:r>
              <a:rPr lang="en-US" altLang="ko-KR" dirty="0"/>
              <a:t>. </a:t>
            </a:r>
            <a:r>
              <a:rPr lang="ko-KR" altLang="en-US" dirty="0"/>
              <a:t>고로 국내에선 불법에 소지가 많다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허용되는 </a:t>
            </a:r>
            <a:r>
              <a:rPr lang="ko-KR" altLang="en-US" dirty="0" err="1"/>
              <a:t>웹해킹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버그바운티</a:t>
            </a:r>
            <a:r>
              <a:rPr lang="en-US" altLang="ko-KR" dirty="0"/>
              <a:t>, </a:t>
            </a:r>
            <a:r>
              <a:rPr lang="ko-KR" altLang="en-US" dirty="0" err="1"/>
              <a:t>그누보드와</a:t>
            </a:r>
            <a:r>
              <a:rPr lang="ko-KR" altLang="en-US" dirty="0"/>
              <a:t> 같은 오픈소스</a:t>
            </a:r>
            <a:endParaRPr lang="en-US" altLang="ko-KR" dirty="0"/>
          </a:p>
          <a:p>
            <a:r>
              <a:rPr lang="ko-KR" altLang="en-US" dirty="0"/>
              <a:t>국내 기업의 잡다한 취약점을 찾는 것은 인정받는 행위가 아님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항상 허용되는 범위에서 할 것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0388C5-D4C9-429A-AEEB-AF8A2260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984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F045A-1171-425E-8C80-900DF1A5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웹해킹과</a:t>
            </a:r>
            <a:r>
              <a:rPr lang="ko-KR" altLang="en-US" dirty="0"/>
              <a:t> 윤리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02D20-294E-4F75-8804-15EF3AC61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양날의 검</a:t>
            </a:r>
            <a:endParaRPr lang="en-US" altLang="ko-KR" dirty="0"/>
          </a:p>
          <a:p>
            <a:r>
              <a:rPr lang="ko-KR" altLang="en-US" dirty="0"/>
              <a:t>자신의 행동이 다른 사람에게 피해를 끼칠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 </a:t>
            </a:r>
            <a:r>
              <a:rPr lang="ko-KR" altLang="en-US" dirty="0" err="1"/>
              <a:t>웹해킹은</a:t>
            </a:r>
            <a:r>
              <a:rPr lang="ko-KR" altLang="en-US" dirty="0"/>
              <a:t> 더욱 조심해야함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7F6976-7AF4-463E-A450-5B7DC998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2887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F4660-100E-4073-97C5-F80F5019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attacks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CE7454-E13C-4703-B597-60EAFD26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FD42C9A-860E-4A94-A5F3-5F1D0D4A2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Client-side attacks</a:t>
            </a:r>
          </a:p>
          <a:p>
            <a:pPr lvl="1"/>
            <a:r>
              <a:rPr lang="en-US" altLang="ko-KR" dirty="0"/>
              <a:t>XSS</a:t>
            </a:r>
          </a:p>
          <a:p>
            <a:pPr lvl="1"/>
            <a:r>
              <a:rPr lang="en-US" altLang="ko-KR" dirty="0"/>
              <a:t>CSRF</a:t>
            </a:r>
          </a:p>
          <a:p>
            <a:pPr lvl="1"/>
            <a:r>
              <a:rPr lang="en-US" altLang="ko-KR" dirty="0"/>
              <a:t>CORS misconfigure</a:t>
            </a:r>
          </a:p>
          <a:p>
            <a:pPr lvl="1"/>
            <a:r>
              <a:rPr lang="en-US" altLang="ko-KR" dirty="0"/>
              <a:t>DNS rebinding attack …</a:t>
            </a:r>
          </a:p>
          <a:p>
            <a:r>
              <a:rPr lang="en-US" altLang="ko-KR" dirty="0"/>
              <a:t>Server-side attacks</a:t>
            </a:r>
          </a:p>
          <a:p>
            <a:pPr lvl="1"/>
            <a:r>
              <a:rPr lang="en-US" altLang="ko-KR" dirty="0"/>
              <a:t>File</a:t>
            </a:r>
            <a:r>
              <a:rPr lang="ko-KR" altLang="en-US" dirty="0"/>
              <a:t> </a:t>
            </a:r>
            <a:r>
              <a:rPr lang="en-US" altLang="ko-KR" dirty="0"/>
              <a:t>inclusion</a:t>
            </a:r>
          </a:p>
          <a:p>
            <a:pPr lvl="1"/>
            <a:r>
              <a:rPr lang="en-US" altLang="ko-KR" dirty="0"/>
              <a:t>SQL injection</a:t>
            </a:r>
          </a:p>
          <a:p>
            <a:pPr lvl="1"/>
            <a:r>
              <a:rPr lang="en-US" altLang="ko-KR" dirty="0"/>
              <a:t>Command Injection</a:t>
            </a:r>
          </a:p>
          <a:p>
            <a:pPr lvl="1"/>
            <a:r>
              <a:rPr lang="en-US" altLang="ko-KR" dirty="0"/>
              <a:t>Server Side Template Injection …</a:t>
            </a:r>
            <a:endParaRPr lang="ko-KR" altLang="en-US" dirty="0"/>
          </a:p>
        </p:txBody>
      </p:sp>
      <p:pic>
        <p:nvPicPr>
          <p:cNvPr id="9" name="내용 개체 틀 5">
            <a:extLst>
              <a:ext uri="{FF2B5EF4-FFF2-40B4-BE49-F238E27FC236}">
                <a16:creationId xmlns:a16="http://schemas.microsoft.com/office/drawing/2014/main" id="{8177479F-A63A-4DC3-9597-4B92C60D9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05" y="2091209"/>
            <a:ext cx="5963817" cy="36213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6657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66644-630F-4F65-8F2C-8963DAD6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웹해킹</a:t>
            </a:r>
            <a:r>
              <a:rPr lang="ko-KR" altLang="en-US" dirty="0"/>
              <a:t> 개요 </a:t>
            </a:r>
            <a:r>
              <a:rPr lang="en-US" altLang="ko-KR" dirty="0"/>
              <a:t>- OWASP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20793A-6F2A-4998-8F5F-C7E6D1BFE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Open Web Application Security Project</a:t>
            </a:r>
          </a:p>
          <a:p>
            <a:r>
              <a:rPr lang="ko-KR" altLang="en-US" dirty="0"/>
              <a:t>웹 애플리케이션 보안 프로젝트</a:t>
            </a:r>
            <a:endParaRPr lang="en-US" altLang="ko-KR" dirty="0"/>
          </a:p>
          <a:p>
            <a:r>
              <a:rPr lang="ko-KR" altLang="en-US" dirty="0"/>
              <a:t>웹과 관련된 보안취약점 연구</a:t>
            </a:r>
            <a:endParaRPr lang="en-US" altLang="ko-KR" dirty="0"/>
          </a:p>
          <a:p>
            <a:r>
              <a:rPr lang="en-US" altLang="ko-KR" dirty="0"/>
              <a:t>3~4</a:t>
            </a:r>
            <a:r>
              <a:rPr lang="ko-KR" altLang="en-US" dirty="0"/>
              <a:t>년에 </a:t>
            </a:r>
            <a:r>
              <a:rPr lang="en-US" altLang="ko-KR" dirty="0"/>
              <a:t>1</a:t>
            </a:r>
            <a:r>
              <a:rPr lang="ko-KR" altLang="en-US" dirty="0"/>
              <a:t>회</a:t>
            </a:r>
            <a:r>
              <a:rPr lang="en-US" altLang="ko-KR" dirty="0"/>
              <a:t>, </a:t>
            </a:r>
            <a:r>
              <a:rPr lang="ko-KR" altLang="en-US" dirty="0"/>
              <a:t>큰 영향을 주는 기법 </a:t>
            </a:r>
            <a:r>
              <a:rPr lang="en-US" altLang="ko-KR" dirty="0"/>
              <a:t>TOP 10</a:t>
            </a:r>
            <a:r>
              <a:rPr lang="ko-KR" altLang="en-US" dirty="0"/>
              <a:t>을 선정함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E23913-6CE1-4161-9405-46CBE874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36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06CA9-D8A8-473A-8A10-7CF5A408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0F793B-1EEF-4615-9AA2-A73461907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Injection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Broken authentication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Sensitive data exposure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XML external entities (XXE)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Broken access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Security misconfigurations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Cross site scripting (XSS)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Insecure deserialization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Using components with known vulnerabilities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Insufficient logging and monitoring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42AD76-A7D7-42D4-B073-FB61509F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8057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10AC4-D1D8-4D98-860A-980BABBA5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5DB8BB-424D-4A2B-8B15-9D7BCD424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Injection</a:t>
            </a:r>
          </a:p>
          <a:p>
            <a:pPr lvl="1"/>
            <a:r>
              <a:rPr lang="en-US" altLang="ko-KR" dirty="0"/>
              <a:t>SQL Injection</a:t>
            </a:r>
          </a:p>
          <a:p>
            <a:pPr lvl="1"/>
            <a:r>
              <a:rPr lang="en-US" altLang="ko-KR" dirty="0"/>
              <a:t>Server Side Template Injection</a:t>
            </a:r>
          </a:p>
          <a:p>
            <a:pPr lvl="1"/>
            <a:r>
              <a:rPr lang="en-US" altLang="ko-KR" dirty="0"/>
              <a:t>Command Injection</a:t>
            </a:r>
          </a:p>
          <a:p>
            <a:pPr marL="201168" lvl="1" indent="0">
              <a:buNone/>
            </a:pP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B71A64-B99E-48E8-8F1F-EFEDD1A6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884D82-EEF6-4EA9-B6C6-AEEB322B0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683" y="3128682"/>
            <a:ext cx="5624766" cy="27024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8488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77847-E860-4995-92CB-DCA754CE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C4909B-E79D-444A-BA66-96EF9F372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Broken authentication</a:t>
            </a:r>
          </a:p>
          <a:p>
            <a:pPr lvl="1"/>
            <a:r>
              <a:rPr lang="en-US" altLang="ko-KR" dirty="0"/>
              <a:t>Brute-force username/password</a:t>
            </a:r>
          </a:p>
          <a:p>
            <a:pPr lvl="1"/>
            <a:r>
              <a:rPr lang="ko-KR" altLang="en-US" dirty="0"/>
              <a:t>잘 알려진 암호</a:t>
            </a:r>
            <a:endParaRPr lang="en-US" altLang="ko-KR" dirty="0"/>
          </a:p>
          <a:p>
            <a:pPr lvl="1"/>
            <a:r>
              <a:rPr lang="en-US" altLang="ko-KR" dirty="0"/>
              <a:t>Session </a:t>
            </a:r>
            <a:r>
              <a:rPr lang="ko-KR" altLang="en-US" dirty="0"/>
              <a:t>노출</a:t>
            </a:r>
            <a:endParaRPr lang="en-US" altLang="ko-KR" dirty="0"/>
          </a:p>
          <a:p>
            <a:pPr lvl="1"/>
            <a:r>
              <a:rPr lang="en-US" altLang="ko-KR" dirty="0"/>
              <a:t>/administrator on Joomla!,</a:t>
            </a:r>
          </a:p>
          <a:p>
            <a:pPr lvl="1"/>
            <a:r>
              <a:rPr lang="en-US" altLang="ko-KR" dirty="0"/>
              <a:t>/wp-admin/ on WordPress,</a:t>
            </a:r>
          </a:p>
          <a:p>
            <a:pPr lvl="1"/>
            <a:r>
              <a:rPr lang="en-US" altLang="ko-KR" dirty="0"/>
              <a:t>/</a:t>
            </a:r>
            <a:r>
              <a:rPr lang="en-US" altLang="ko-KR" dirty="0" err="1"/>
              <a:t>index.php</a:t>
            </a:r>
            <a:r>
              <a:rPr lang="en-US" altLang="ko-KR" dirty="0"/>
              <a:t>/admin on Magento,</a:t>
            </a:r>
          </a:p>
          <a:p>
            <a:pPr lvl="1"/>
            <a:r>
              <a:rPr lang="en-US" altLang="ko-KR" dirty="0"/>
              <a:t>/user/login on Drupal.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3BB07-56E1-45E0-BF40-E5BCF5D3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550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98885-496F-40EB-B272-B35A65DB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B945E-7E46-4BCF-9822-8FD5DC315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Sensitive data exposure</a:t>
            </a:r>
          </a:p>
          <a:p>
            <a:pPr lvl="1"/>
            <a:r>
              <a:rPr lang="ko-KR" altLang="en-US" dirty="0"/>
              <a:t>신용 카드 번호</a:t>
            </a:r>
            <a:endParaRPr lang="en-US" altLang="ko-KR" dirty="0"/>
          </a:p>
          <a:p>
            <a:pPr lvl="1"/>
            <a:r>
              <a:rPr lang="ko-KR" altLang="en-US" dirty="0"/>
              <a:t>주민 번호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시나리오 </a:t>
            </a:r>
            <a:r>
              <a:rPr lang="en-US" altLang="ko-KR" dirty="0"/>
              <a:t>#1 </a:t>
            </a:r>
          </a:p>
          <a:p>
            <a:pPr lvl="1"/>
            <a:r>
              <a:rPr lang="en-US" altLang="ko-KR" dirty="0"/>
              <a:t>SQL injection </a:t>
            </a:r>
            <a:r>
              <a:rPr lang="ko-KR" altLang="en-US" dirty="0"/>
              <a:t>으로 </a:t>
            </a:r>
            <a:r>
              <a:rPr lang="en-US" altLang="ko-KR" dirty="0"/>
              <a:t>DB</a:t>
            </a:r>
            <a:r>
              <a:rPr lang="ko-KR" altLang="en-US" dirty="0"/>
              <a:t>에 있는 신용카드 번호를 유출</a:t>
            </a:r>
            <a:endParaRPr lang="en-US" altLang="ko-KR" dirty="0"/>
          </a:p>
          <a:p>
            <a:r>
              <a:rPr lang="ko-KR" altLang="en-US" dirty="0"/>
              <a:t>시나리오 </a:t>
            </a:r>
            <a:r>
              <a:rPr lang="en-US" altLang="ko-KR" dirty="0"/>
              <a:t>#2</a:t>
            </a:r>
          </a:p>
          <a:p>
            <a:pPr lvl="1"/>
            <a:r>
              <a:rPr lang="en-US" altLang="ko-KR" dirty="0"/>
              <a:t>HTTPS</a:t>
            </a:r>
            <a:r>
              <a:rPr lang="ko-KR" altLang="en-US" dirty="0"/>
              <a:t>를 사용하지 않는 네트워크 트래픽에서 </a:t>
            </a:r>
            <a:r>
              <a:rPr lang="ko-KR" altLang="en-US" dirty="0" err="1"/>
              <a:t>스니핑</a:t>
            </a:r>
            <a:r>
              <a:rPr lang="ko-KR" altLang="en-US" dirty="0"/>
              <a:t> 수행 </a:t>
            </a:r>
            <a:r>
              <a:rPr lang="en-US" altLang="ko-KR" dirty="0"/>
              <a:t>-&gt; </a:t>
            </a:r>
            <a:r>
              <a:rPr lang="ko-KR" altLang="en-US" dirty="0"/>
              <a:t>세션 </a:t>
            </a:r>
            <a:r>
              <a:rPr lang="ko-KR" altLang="en-US" dirty="0" err="1"/>
              <a:t>하이재킹</a:t>
            </a:r>
            <a:endParaRPr lang="en-US" altLang="ko-KR" dirty="0"/>
          </a:p>
          <a:p>
            <a:pPr lvl="1"/>
            <a:r>
              <a:rPr lang="ko-KR" altLang="en-US" dirty="0"/>
              <a:t>이를 이용하여 클라우드 자료를 유출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9CB0A-A157-4EB1-B3C5-986670F7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1593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77E24-7353-4940-95C5-9E5D10A1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52EF7-DBC5-4FFA-8FD3-00CCF8237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XML external entities (XXE)</a:t>
            </a:r>
          </a:p>
          <a:p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XML </a:t>
            </a:r>
            <a:r>
              <a:rPr lang="ko-KR" altLang="en-US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파서 </a:t>
            </a:r>
            <a:r>
              <a:rPr lang="ko-KR" altLang="en-US" dirty="0">
                <a:solidFill>
                  <a:srgbClr val="5D5D5D"/>
                </a:solidFill>
                <a:latin typeface="Open Sans" panose="020B0606030504020204" pitchFamily="34" charset="0"/>
              </a:rPr>
              <a:t>취약성을 이용하여</a:t>
            </a:r>
            <a:r>
              <a:rPr lang="en-US" altLang="ko-KR" dirty="0">
                <a:solidFill>
                  <a:srgbClr val="5D5D5D"/>
                </a:solidFill>
                <a:latin typeface="Open Sans" panose="020B0606030504020204" pitchFamily="34" charset="0"/>
              </a:rPr>
              <a:t>, SSRF </a:t>
            </a:r>
            <a:r>
              <a:rPr lang="ko-KR" altLang="en-US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공격을 수행</a:t>
            </a:r>
            <a:endParaRPr lang="en-US" altLang="ko-KR" dirty="0">
              <a:solidFill>
                <a:srgbClr val="5D5D5D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US" altLang="ko-KR" b="0" i="0" dirty="0">
              <a:solidFill>
                <a:srgbClr val="5D5D5D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US" altLang="ko-KR" b="0" i="0" dirty="0">
              <a:solidFill>
                <a:srgbClr val="5D5D5D"/>
              </a:solidFill>
              <a:effectLst/>
              <a:latin typeface="Open Sans" panose="020B0606030504020204" pitchFamily="34" charset="0"/>
            </a:endParaRPr>
          </a:p>
          <a:p>
            <a:r>
              <a:rPr lang="ko-KR" altLang="en-US" dirty="0">
                <a:solidFill>
                  <a:srgbClr val="5D5D5D"/>
                </a:solidFill>
                <a:latin typeface="Open Sans" panose="020B0606030504020204" pitchFamily="34" charset="0"/>
              </a:rPr>
              <a:t>서버의 파일을 읽을 수 있다</a:t>
            </a:r>
            <a:r>
              <a:rPr lang="en-US" altLang="ko-KR" dirty="0">
                <a:solidFill>
                  <a:srgbClr val="5D5D5D"/>
                </a:solidFill>
                <a:latin typeface="Open Sans" panose="020B0606030504020204" pitchFamily="34" charset="0"/>
              </a:rPr>
              <a:t>.</a:t>
            </a:r>
            <a:endParaRPr lang="en-US" altLang="ko-KR" b="0" i="0" dirty="0">
              <a:solidFill>
                <a:srgbClr val="5D5D5D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E8F719-FB5D-42B6-812E-9C43D070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881580-04A5-4BDD-B196-C02A0B97B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424" y="2738459"/>
            <a:ext cx="5868296" cy="31780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161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29070-27AF-4EC9-8693-C37789A1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8F61A-5583-4B6C-A599-28E50B15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Broken access control</a:t>
            </a:r>
          </a:p>
          <a:p>
            <a:pPr lvl="1"/>
            <a:r>
              <a:rPr lang="ko-KR" altLang="en-US" dirty="0"/>
              <a:t>웹 사이트 방문자가 도달할 수 있는 범위의 제한을 </a:t>
            </a:r>
            <a:r>
              <a:rPr lang="ko-KR" altLang="en-US" dirty="0" err="1"/>
              <a:t>뿌시는</a:t>
            </a:r>
            <a:r>
              <a:rPr lang="ko-KR" altLang="en-US" dirty="0"/>
              <a:t> 행위</a:t>
            </a:r>
            <a:r>
              <a:rPr lang="en-US" altLang="ko-KR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Access to a hosting control / administrative panel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Access to a server via FTP / SFTP / SSH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Access to a website’s administrative panel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Access to other applications on your server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Access to a database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27379B-D629-49C7-A3EF-78B89146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9579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B58C2-1346-4A87-9B06-A780F29F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9A172D-0F0F-43FF-8A22-BA8EB646E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Security</a:t>
            </a:r>
            <a:r>
              <a:rPr lang="ko-KR" altLang="en-US" dirty="0"/>
              <a:t> </a:t>
            </a:r>
            <a:r>
              <a:rPr lang="en-US" altLang="ko-KR" dirty="0"/>
              <a:t>Misconfigurations</a:t>
            </a:r>
          </a:p>
          <a:p>
            <a:pPr lvl="1"/>
            <a:r>
              <a:rPr lang="en-US" altLang="ko-KR" dirty="0"/>
              <a:t>Unpatched flaws</a:t>
            </a:r>
          </a:p>
          <a:p>
            <a:pPr lvl="1"/>
            <a:r>
              <a:rPr lang="en-US" altLang="ko-KR" dirty="0"/>
              <a:t>Default configurations</a:t>
            </a:r>
          </a:p>
          <a:p>
            <a:pPr lvl="1"/>
            <a:r>
              <a:rPr lang="en-US" altLang="ko-KR" dirty="0"/>
              <a:t>Unused pages</a:t>
            </a:r>
          </a:p>
          <a:p>
            <a:pPr lvl="1"/>
            <a:r>
              <a:rPr lang="en-US" altLang="ko-KR" dirty="0"/>
              <a:t>Unprotected files and directories</a:t>
            </a:r>
          </a:p>
          <a:p>
            <a:pPr lvl="1"/>
            <a:r>
              <a:rPr lang="en-US" altLang="ko-KR" dirty="0"/>
              <a:t>Unnecessary services</a:t>
            </a:r>
          </a:p>
          <a:p>
            <a:r>
              <a:rPr lang="ko-KR" altLang="en-US" dirty="0"/>
              <a:t>시나리오 </a:t>
            </a:r>
            <a:r>
              <a:rPr lang="en-US" altLang="ko-KR" dirty="0"/>
              <a:t>#1 (</a:t>
            </a:r>
            <a:r>
              <a:rPr lang="ko-KR" altLang="en-US" dirty="0"/>
              <a:t>실제 운영 서비스에서 제거되지 않은 </a:t>
            </a:r>
            <a:r>
              <a:rPr lang="en-US" altLang="ko-KR" dirty="0"/>
              <a:t>sample </a:t>
            </a:r>
            <a:r>
              <a:rPr lang="ko-KR" altLang="en-US" dirty="0"/>
              <a:t>애플리케이션을 제공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이 샘플 어플리케이션에서 관리자 콘솔이 있다면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시나리오 </a:t>
            </a:r>
            <a:r>
              <a:rPr lang="en-US" altLang="ko-KR" dirty="0"/>
              <a:t>#2 (Directory listing)</a:t>
            </a:r>
          </a:p>
          <a:p>
            <a:r>
              <a:rPr lang="ko-KR" altLang="en-US" dirty="0"/>
              <a:t>시나리오 </a:t>
            </a:r>
            <a:r>
              <a:rPr lang="en-US" altLang="ko-KR" dirty="0"/>
              <a:t>#3 (</a:t>
            </a:r>
            <a:r>
              <a:rPr lang="ko-KR" altLang="en-US" dirty="0"/>
              <a:t>웹 서버의 에러를 출력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BA7C2E-5EC0-48AF-8283-20AFB4AD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383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98660-8B93-4268-82FE-740E051E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035AD-F4BE-471A-89DE-B61D49884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Cross-Site Scripting</a:t>
            </a:r>
          </a:p>
          <a:p>
            <a:pPr lvl="1"/>
            <a:r>
              <a:rPr lang="ko-KR" altLang="en-US" dirty="0"/>
              <a:t>악성 스크립트를 웹사이트에 주입하고 해당 사이트를 전파</a:t>
            </a:r>
            <a:endParaRPr lang="en-US" altLang="ko-KR" dirty="0"/>
          </a:p>
          <a:p>
            <a:pPr lvl="1"/>
            <a:r>
              <a:rPr lang="en-US" altLang="ko-KR" dirty="0"/>
              <a:t>XSS is present in about two-thirds of all applications.</a:t>
            </a:r>
          </a:p>
          <a:p>
            <a:pPr lvl="1"/>
            <a:r>
              <a:rPr lang="ko-KR" altLang="en-US" dirty="0"/>
              <a:t>매우 많이 발생함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6610D3-DE98-46C9-B82D-FA744C6B7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DF399C-F1F5-4D3F-B9A2-1C9B1E0B2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08" y="3180897"/>
            <a:ext cx="5220429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26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18169-90EE-4C27-B412-82D26F9F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6748FE-CEDA-4231-AB7F-D973E0AE5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Insecure deserialization</a:t>
            </a:r>
          </a:p>
          <a:p>
            <a:r>
              <a:rPr lang="ko-KR" altLang="en-US" dirty="0"/>
              <a:t>직렬화</a:t>
            </a:r>
            <a:r>
              <a:rPr lang="en-US" altLang="ko-KR" dirty="0"/>
              <a:t>(Serialize)</a:t>
            </a:r>
          </a:p>
          <a:p>
            <a:pPr lvl="1"/>
            <a:r>
              <a:rPr lang="ko-KR" altLang="en-US" dirty="0"/>
              <a:t>구조나 상태를 다른 컴퓨터 환경에 저장하고 나중에 다시 사용할 수 있는 포맷으로 변환하는 과정</a:t>
            </a:r>
            <a:endParaRPr lang="en-US" altLang="ko-KR" dirty="0"/>
          </a:p>
          <a:p>
            <a:r>
              <a:rPr lang="ko-KR" altLang="en-US" dirty="0"/>
              <a:t>역직렬화</a:t>
            </a:r>
            <a:r>
              <a:rPr lang="en-US" altLang="ko-KR" dirty="0"/>
              <a:t>(Deserialization)</a:t>
            </a:r>
          </a:p>
          <a:p>
            <a:pPr lvl="1"/>
            <a:r>
              <a:rPr lang="ko-KR" altLang="en-US" dirty="0" err="1"/>
              <a:t>직렬화된</a:t>
            </a:r>
            <a:r>
              <a:rPr lang="ko-KR" altLang="en-US" dirty="0"/>
              <a:t> 데이터에서 다시 원상태로 복구하는 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PHP</a:t>
            </a:r>
            <a:r>
              <a:rPr lang="ko-KR" altLang="en-US" dirty="0"/>
              <a:t>는 </a:t>
            </a:r>
            <a:r>
              <a:rPr lang="en-US" altLang="ko-KR" dirty="0"/>
              <a:t>PHP object serialization </a:t>
            </a:r>
            <a:r>
              <a:rPr lang="ko-KR" altLang="en-US" dirty="0"/>
              <a:t>을 사용하여  </a:t>
            </a:r>
            <a:r>
              <a:rPr lang="en-US" altLang="ko-KR" dirty="0"/>
              <a:t>user id, password </a:t>
            </a:r>
            <a:r>
              <a:rPr lang="ko-KR" altLang="en-US" dirty="0"/>
              <a:t>등을 저장</a:t>
            </a:r>
            <a:endParaRPr lang="en-US" altLang="ko-KR" dirty="0"/>
          </a:p>
          <a:p>
            <a:pPr lvl="1"/>
            <a:r>
              <a:rPr lang="en-US" altLang="ko-KR" b="1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a:4:{i:0;i:132;i:1;s:7:”Mallory”;i:2;s:4:”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user</a:t>
            </a:r>
            <a:r>
              <a:rPr lang="en-US" altLang="ko-KR" b="1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”;</a:t>
            </a:r>
            <a:endParaRPr lang="en-US" altLang="ko-KR" b="0" i="0" dirty="0">
              <a:solidFill>
                <a:srgbClr val="5D5D5D"/>
              </a:solidFill>
              <a:effectLst/>
              <a:latin typeface="Open Sans" panose="020B0606030504020204" pitchFamily="34" charset="0"/>
            </a:endParaRPr>
          </a:p>
          <a:p>
            <a:pPr lvl="1"/>
            <a:r>
              <a:rPr lang="en-US" altLang="ko-KR" b="1" i="0" dirty="0">
                <a:solidFill>
                  <a:srgbClr val="5D5D5D"/>
                </a:solidFill>
                <a:effectLst/>
                <a:latin typeface="Open Sans" panose="020B0606030504020204" pitchFamily="34" charset="0"/>
              </a:rPr>
              <a:t>i:3;s:32:”b6a8b3bea87fe0e05022f8f3c88bc960″;}</a:t>
            </a:r>
            <a:endParaRPr lang="en-US" altLang="ko-KR" b="0" i="0" dirty="0">
              <a:solidFill>
                <a:srgbClr val="5D5D5D"/>
              </a:solidFill>
              <a:effectLst/>
              <a:latin typeface="Open Sans" panose="020B0606030504020204" pitchFamily="34" charset="0"/>
            </a:endParaRPr>
          </a:p>
          <a:p>
            <a:pPr lvl="1"/>
            <a:r>
              <a:rPr lang="en-US" altLang="ko-KR" dirty="0"/>
              <a:t>User</a:t>
            </a:r>
            <a:r>
              <a:rPr lang="ko-KR" altLang="en-US" dirty="0"/>
              <a:t>를 </a:t>
            </a:r>
            <a:r>
              <a:rPr lang="en-US" altLang="ko-KR" dirty="0"/>
              <a:t>admin</a:t>
            </a:r>
            <a:r>
              <a:rPr lang="ko-KR" altLang="en-US" dirty="0"/>
              <a:t>으로 바꾸면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E61F65-567F-4CEE-B2D4-6051D291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858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40792-5211-4C61-BD55-8631674A4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95E671-9BB6-48BC-897A-F9804A69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Using components with known vulnerabilities</a:t>
            </a:r>
          </a:p>
          <a:p>
            <a:pPr lvl="1"/>
            <a:r>
              <a:rPr lang="ko-KR" altLang="en-US" dirty="0"/>
              <a:t>알려진 취약점이 있는 컴포넌트를 사용하는 애플리케이션은 공격 가능성이 존재</a:t>
            </a:r>
            <a:endParaRPr lang="en-US" altLang="ko-KR" dirty="0"/>
          </a:p>
          <a:p>
            <a:pPr lvl="1"/>
            <a:r>
              <a:rPr lang="ko-KR" altLang="en-US" dirty="0"/>
              <a:t>요즘은 간단한 웹사이트들도 의존성을 가지고 있음</a:t>
            </a:r>
            <a:r>
              <a:rPr lang="en-US" altLang="ko-KR" dirty="0"/>
              <a:t>(</a:t>
            </a:r>
            <a:r>
              <a:rPr lang="ko-KR" altLang="en-US" dirty="0"/>
              <a:t>워드 프레스</a:t>
            </a:r>
            <a:r>
              <a:rPr lang="en-US" altLang="ko-KR" dirty="0"/>
              <a:t>, </a:t>
            </a:r>
            <a:r>
              <a:rPr lang="ko-KR" altLang="en-US" dirty="0" err="1"/>
              <a:t>그누보드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소프트웨어를 업데이트를 제때 하지 못하면 보안 위험이 발생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126F4-B0BB-4B01-B269-0C6E0BCEC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893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B15E7-272C-4392-B595-88107B10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OWASP Top 10 2021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8090E2-060F-4DFA-A2F9-2D4D33CF5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Insufficient logging and monitoring</a:t>
            </a:r>
          </a:p>
          <a:p>
            <a:pPr lvl="1"/>
            <a:r>
              <a:rPr lang="ko-KR" altLang="en-US" dirty="0"/>
              <a:t>사고가 발생했을 때</a:t>
            </a:r>
            <a:r>
              <a:rPr lang="en-US" altLang="ko-KR" dirty="0"/>
              <a:t>, </a:t>
            </a:r>
            <a:r>
              <a:rPr lang="ko-KR" altLang="en-US" dirty="0"/>
              <a:t>불충분한 로깅과 모니터링은 공격자들이 시스템을 더 공격하고 지속성을 유지할 수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6642A-F0FF-4056-8D5A-7A84D0CC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814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921F7-AC0E-4076-B33F-253833FB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0AF8D-523A-414F-8947-0DB0889B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lhm1024@korea.ac.kr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F4F4A-187C-4A91-B978-925A8F48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95642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2089</TotalTime>
  <Words>1055</Words>
  <Application>Microsoft Macintosh PowerPoint</Application>
  <PresentationFormat>와이드스크린</PresentationFormat>
  <Paragraphs>262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7" baseType="lpstr">
      <vt:lpstr>NanumGothic</vt:lpstr>
      <vt:lpstr>맑은 고딕</vt:lpstr>
      <vt:lpstr>a고딕11</vt:lpstr>
      <vt:lpstr>a고딕12</vt:lpstr>
      <vt:lpstr>a고딕13</vt:lpstr>
      <vt:lpstr>a고딕14</vt:lpstr>
      <vt:lpstr>a고딕15</vt:lpstr>
      <vt:lpstr>Arial</vt:lpstr>
      <vt:lpstr>Calibri</vt:lpstr>
      <vt:lpstr>Calibri Light</vt:lpstr>
      <vt:lpstr>Open Sans</vt:lpstr>
      <vt:lpstr>Wingdings</vt:lpstr>
      <vt:lpstr>추억</vt:lpstr>
      <vt:lpstr>Web Security 소수전공</vt:lpstr>
      <vt:lpstr>Today</vt:lpstr>
      <vt:lpstr>진행</vt:lpstr>
      <vt:lpstr>Hacking?</vt:lpstr>
      <vt:lpstr>Real Hacking?</vt:lpstr>
      <vt:lpstr>Hacking?</vt:lpstr>
      <vt:lpstr>해킹의 범주</vt:lpstr>
      <vt:lpstr>Hacker</vt:lpstr>
      <vt:lpstr>보안 취약점</vt:lpstr>
      <vt:lpstr>개발과 해킹</vt:lpstr>
      <vt:lpstr>소프트웨어 취약점</vt:lpstr>
      <vt:lpstr>소프트웨어 취약점</vt:lpstr>
      <vt:lpstr>소프트웨어 취약점</vt:lpstr>
      <vt:lpstr>소프트웨어 취약점</vt:lpstr>
      <vt:lpstr>취약점 분석</vt:lpstr>
      <vt:lpstr>버그 헌팅</vt:lpstr>
      <vt:lpstr>윤리</vt:lpstr>
      <vt:lpstr>윤리</vt:lpstr>
      <vt:lpstr>웹해킹과 윤리</vt:lpstr>
      <vt:lpstr>웹해킹과 윤리</vt:lpstr>
      <vt:lpstr>Web attacks</vt:lpstr>
      <vt:lpstr>웹해킹 개요 - OWASP</vt:lpstr>
      <vt:lpstr>OWASP Top 10 2021</vt:lpstr>
      <vt:lpstr>OWASP Top 10 2021</vt:lpstr>
      <vt:lpstr>OWASP Top 10 2021</vt:lpstr>
      <vt:lpstr>OWASP Top 10 2021</vt:lpstr>
      <vt:lpstr>OWASP Top 10 2021</vt:lpstr>
      <vt:lpstr>OWASP Top 10 2021</vt:lpstr>
      <vt:lpstr>OWASP Top 10 2021</vt:lpstr>
      <vt:lpstr>OWASP Top 10 2021</vt:lpstr>
      <vt:lpstr>OWASP Top 10 2021</vt:lpstr>
      <vt:lpstr>OWASP Top 10 2021</vt:lpstr>
      <vt:lpstr>OWASP Top 10 2021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웹해킹 소수전공</dc:title>
  <dc:creator>lhm1024@korea.edu</dc:creator>
  <cp:lastModifiedBy>이효민[ 학부재학 / 사이버국방학과 ]</cp:lastModifiedBy>
  <cp:revision>9</cp:revision>
  <dcterms:created xsi:type="dcterms:W3CDTF">2021-06-24T06:49:54Z</dcterms:created>
  <dcterms:modified xsi:type="dcterms:W3CDTF">2022-12-23T10:09:29Z</dcterms:modified>
</cp:coreProperties>
</file>